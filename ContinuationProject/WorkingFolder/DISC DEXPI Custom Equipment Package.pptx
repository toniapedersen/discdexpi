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8"/>
  </p:notesMasterIdLst>
  <p:sldIdLst>
    <p:sldId id="2147479184" r:id="rId5"/>
    <p:sldId id="2147479185" r:id="rId6"/>
    <p:sldId id="2147479183" r:id="rId7"/>
  </p:sldIdLst>
  <p:sldSz cx="12192000" cy="6858000"/>
  <p:notesSz cx="6797675" cy="9926638"/>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DACA"/>
    <a:srgbClr val="346B7A"/>
    <a:srgbClr val="F2C105"/>
    <a:srgbClr val="FFCD00"/>
    <a:srgbClr val="FFEDA3"/>
    <a:srgbClr val="C2980B"/>
    <a:srgbClr val="9774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86786" autoAdjust="0"/>
  </p:normalViewPr>
  <p:slideViewPr>
    <p:cSldViewPr snapToGrid="0">
      <p:cViewPr varScale="1">
        <p:scale>
          <a:sx n="106" d="100"/>
          <a:sy n="106" d="100"/>
        </p:scale>
        <p:origin x="270" y="10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103" d="100"/>
          <a:sy n="103" d="100"/>
        </p:scale>
        <p:origin x="3504" y="12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nb-NO"/>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29BB7E0-E7DF-4D1C-B7E4-FB52107F9D6D}" type="datetimeFigureOut">
              <a:rPr lang="nb-NO" smtClean="0"/>
              <a:t>25.11.2025</a:t>
            </a:fld>
            <a:endParaRPr lang="nb-NO"/>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nb-NO"/>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nb-NO"/>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A7AB53A-A863-4611-B953-B3208C04F81D}" type="slidenum">
              <a:rPr lang="nb-NO" smtClean="0"/>
              <a:t>‹#›</a:t>
            </a:fld>
            <a:endParaRPr lang="nb-NO"/>
          </a:p>
        </p:txBody>
      </p:sp>
    </p:spTree>
    <p:extLst>
      <p:ext uri="{BB962C8B-B14F-4D97-AF65-F5344CB8AC3E}">
        <p14:creationId xmlns:p14="http://schemas.microsoft.com/office/powerpoint/2010/main" val="3148553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CAF0ACBD-147D-4489-920D-9981933121DD}" type="datetimeFigureOut">
              <a:rPr lang="en-GB" smtClean="0">
                <a:solidFill>
                  <a:prstClr val="black">
                    <a:tint val="75000"/>
                  </a:prstClr>
                </a:solidFill>
              </a:rPr>
              <a:pPr/>
              <a:t>25/11/2025</a:t>
            </a:fld>
            <a:endParaRPr lang="en-GB"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GB"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9AC8D56-D18E-4319-AA8C-3880796AA115}" type="slidenum">
              <a:rPr lang="en-GB" smtClean="0">
                <a:solidFill>
                  <a:prstClr val="black">
                    <a:tint val="75000"/>
                  </a:prstClr>
                </a:solidFill>
              </a:rPr>
              <a:pPr/>
              <a:t>‹#›</a:t>
            </a:fld>
            <a:endParaRPr lang="en-GB" dirty="0">
              <a:solidFill>
                <a:prstClr val="black">
                  <a:tint val="75000"/>
                </a:prstClr>
              </a:solidFill>
            </a:endParaRPr>
          </a:p>
        </p:txBody>
      </p:sp>
    </p:spTree>
    <p:extLst>
      <p:ext uri="{BB962C8B-B14F-4D97-AF65-F5344CB8AC3E}">
        <p14:creationId xmlns:p14="http://schemas.microsoft.com/office/powerpoint/2010/main" val="1459603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userDrawn="1"/>
        </p:nvSpPr>
        <p:spPr>
          <a:xfrm>
            <a:off x="0" y="0"/>
            <a:ext cx="12192000" cy="740701"/>
          </a:xfrm>
          <a:prstGeom prst="rect">
            <a:avLst/>
          </a:prstGeom>
          <a:gradFill>
            <a:gsLst>
              <a:gs pos="33000">
                <a:srgbClr val="F2C105"/>
              </a:gs>
              <a:gs pos="87000">
                <a:srgbClr val="C2980B"/>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prstClr val="white"/>
              </a:solidFill>
            </a:endParaRPr>
          </a:p>
        </p:txBody>
      </p:sp>
      <p:sp>
        <p:nvSpPr>
          <p:cNvPr id="2" name="Title 1"/>
          <p:cNvSpPr>
            <a:spLocks noGrp="1"/>
          </p:cNvSpPr>
          <p:nvPr>
            <p:ph type="title"/>
          </p:nvPr>
        </p:nvSpPr>
        <p:spPr>
          <a:xfrm>
            <a:off x="81280" y="149907"/>
            <a:ext cx="9854400" cy="492443"/>
          </a:xfrm>
          <a:noFill/>
        </p:spPr>
        <p:txBody>
          <a:bodyPr wrap="square" rtlCol="0">
            <a:noAutofit/>
          </a:bodyPr>
          <a:lstStyle>
            <a:lvl1pPr algn="l">
              <a:defRPr lang="en-GB" sz="2400" dirty="0">
                <a:solidFill>
                  <a:schemeClr val="bg1"/>
                </a:solidFill>
                <a:latin typeface="Segoe UI Light" panose="020B0502040204020203" pitchFamily="34" charset="0"/>
                <a:ea typeface="+mn-ea"/>
                <a:cs typeface="Segoe UI Light" panose="020B0502040204020203" pitchFamily="34" charset="0"/>
              </a:defRPr>
            </a:lvl1pPr>
          </a:lstStyle>
          <a:p>
            <a:pPr marL="0" lvl="0" algn="l"/>
            <a:r>
              <a:rPr lang="en-US" dirty="0"/>
              <a:t>Click to edit Master title style</a:t>
            </a:r>
            <a:endParaRPr lang="en-GB" dirty="0"/>
          </a:p>
        </p:txBody>
      </p:sp>
      <p:pic>
        <p:nvPicPr>
          <p:cNvPr id="20" name="Picture 3">
            <a:hlinkClick r:id="" action="ppaction://noaction"/>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0409219" y="219078"/>
            <a:ext cx="1416695" cy="316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1842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gradFill>
            <a:gsLst>
              <a:gs pos="33000">
                <a:srgbClr val="F2C105"/>
              </a:gs>
              <a:gs pos="87000">
                <a:srgbClr val="C2980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prstClr val="white"/>
              </a:solidFill>
            </a:endParaRPr>
          </a:p>
        </p:txBody>
      </p:sp>
    </p:spTree>
    <p:extLst>
      <p:ext uri="{BB962C8B-B14F-4D97-AF65-F5344CB8AC3E}">
        <p14:creationId xmlns:p14="http://schemas.microsoft.com/office/powerpoint/2010/main" val="3237574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gradFill>
            <a:gsLst>
              <a:gs pos="33000">
                <a:srgbClr val="F2C105"/>
              </a:gs>
              <a:gs pos="87000">
                <a:srgbClr val="C2980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prstClr val="white"/>
              </a:solidFill>
            </a:endParaRPr>
          </a:p>
        </p:txBody>
      </p:sp>
      <p:grpSp>
        <p:nvGrpSpPr>
          <p:cNvPr id="3" name="Group 2"/>
          <p:cNvGrpSpPr/>
          <p:nvPr userDrawn="1"/>
        </p:nvGrpSpPr>
        <p:grpSpPr>
          <a:xfrm>
            <a:off x="9637497" y="135467"/>
            <a:ext cx="1576587" cy="1819672"/>
            <a:chOff x="6586538" y="342900"/>
            <a:chExt cx="1441451" cy="1663701"/>
          </a:xfrm>
        </p:grpSpPr>
        <p:sp>
          <p:nvSpPr>
            <p:cNvPr id="4"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8"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9"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0"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1"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12" name="Group 11"/>
          <p:cNvGrpSpPr/>
          <p:nvPr userDrawn="1"/>
        </p:nvGrpSpPr>
        <p:grpSpPr>
          <a:xfrm flipV="1">
            <a:off x="10563871" y="980513"/>
            <a:ext cx="1576587" cy="1819672"/>
            <a:chOff x="6586538" y="342900"/>
            <a:chExt cx="1441451" cy="1663701"/>
          </a:xfrm>
        </p:grpSpPr>
        <p:sp>
          <p:nvSpPr>
            <p:cNvPr id="13"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4"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5"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6"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7"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8"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9"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20" name="Group 19"/>
          <p:cNvGrpSpPr/>
          <p:nvPr userDrawn="1"/>
        </p:nvGrpSpPr>
        <p:grpSpPr>
          <a:xfrm flipV="1">
            <a:off x="8267336" y="1015332"/>
            <a:ext cx="2986253" cy="3446688"/>
            <a:chOff x="6586538" y="342900"/>
            <a:chExt cx="1441451" cy="1663701"/>
          </a:xfrm>
        </p:grpSpPr>
        <p:sp>
          <p:nvSpPr>
            <p:cNvPr id="21"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2"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3"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4"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5"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6"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7"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28" name="Group 27"/>
          <p:cNvGrpSpPr/>
          <p:nvPr userDrawn="1"/>
        </p:nvGrpSpPr>
        <p:grpSpPr>
          <a:xfrm flipV="1">
            <a:off x="8674565" y="4389661"/>
            <a:ext cx="1977399" cy="2287321"/>
            <a:chOff x="6586538" y="342900"/>
            <a:chExt cx="1438276" cy="1663701"/>
          </a:xfrm>
        </p:grpSpPr>
        <p:sp>
          <p:nvSpPr>
            <p:cNvPr id="29"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30"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31"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32"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33"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34" name="Group 33"/>
          <p:cNvGrpSpPr/>
          <p:nvPr userDrawn="1"/>
        </p:nvGrpSpPr>
        <p:grpSpPr>
          <a:xfrm>
            <a:off x="10189797" y="3730030"/>
            <a:ext cx="1852748" cy="2138413"/>
            <a:chOff x="6586538" y="342900"/>
            <a:chExt cx="1441451" cy="1663701"/>
          </a:xfrm>
        </p:grpSpPr>
        <p:sp>
          <p:nvSpPr>
            <p:cNvPr id="35"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36"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37"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38"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39"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40"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41"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43" name="Group 42"/>
          <p:cNvGrpSpPr/>
          <p:nvPr/>
        </p:nvGrpSpPr>
        <p:grpSpPr>
          <a:xfrm flipH="1">
            <a:off x="918261" y="135467"/>
            <a:ext cx="1576587" cy="1819672"/>
            <a:chOff x="6586538" y="342900"/>
            <a:chExt cx="1441451" cy="1663701"/>
          </a:xfrm>
        </p:grpSpPr>
        <p:sp>
          <p:nvSpPr>
            <p:cNvPr id="74"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5"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6"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7"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8"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9"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80"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44" name="Group 43"/>
          <p:cNvGrpSpPr/>
          <p:nvPr/>
        </p:nvGrpSpPr>
        <p:grpSpPr>
          <a:xfrm flipH="1" flipV="1">
            <a:off x="-8112" y="980513"/>
            <a:ext cx="1576587" cy="1819672"/>
            <a:chOff x="6586538" y="342900"/>
            <a:chExt cx="1441451" cy="1663701"/>
          </a:xfrm>
        </p:grpSpPr>
        <p:sp>
          <p:nvSpPr>
            <p:cNvPr id="67"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68"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69"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0"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1"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2"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73"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45" name="Group 44"/>
          <p:cNvGrpSpPr/>
          <p:nvPr/>
        </p:nvGrpSpPr>
        <p:grpSpPr>
          <a:xfrm flipH="1" flipV="1">
            <a:off x="878756" y="1015332"/>
            <a:ext cx="2986253" cy="3446688"/>
            <a:chOff x="6586538" y="342900"/>
            <a:chExt cx="1441451" cy="1663701"/>
          </a:xfrm>
        </p:grpSpPr>
        <p:sp>
          <p:nvSpPr>
            <p:cNvPr id="60"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61"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62"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63"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64"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65"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66"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46" name="Group 45"/>
          <p:cNvGrpSpPr/>
          <p:nvPr/>
        </p:nvGrpSpPr>
        <p:grpSpPr>
          <a:xfrm flipH="1" flipV="1">
            <a:off x="1480383" y="4389661"/>
            <a:ext cx="1977399" cy="2287321"/>
            <a:chOff x="6586538" y="342900"/>
            <a:chExt cx="1438276" cy="1663701"/>
          </a:xfrm>
        </p:grpSpPr>
        <p:sp>
          <p:nvSpPr>
            <p:cNvPr id="55"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6"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7"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8"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9"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47" name="Group 46"/>
          <p:cNvGrpSpPr/>
          <p:nvPr/>
        </p:nvGrpSpPr>
        <p:grpSpPr>
          <a:xfrm flipH="1">
            <a:off x="89802" y="3730030"/>
            <a:ext cx="1852748" cy="2138413"/>
            <a:chOff x="6586538" y="342900"/>
            <a:chExt cx="1441451" cy="1663701"/>
          </a:xfrm>
        </p:grpSpPr>
        <p:sp>
          <p:nvSpPr>
            <p:cNvPr id="48"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49"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0"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1"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2"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3"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54"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120" name="Group 119"/>
          <p:cNvGrpSpPr/>
          <p:nvPr userDrawn="1"/>
        </p:nvGrpSpPr>
        <p:grpSpPr>
          <a:xfrm flipH="1" flipV="1">
            <a:off x="2880764" y="214280"/>
            <a:ext cx="1576587" cy="1819672"/>
            <a:chOff x="6586538" y="342900"/>
            <a:chExt cx="1441451" cy="1663701"/>
          </a:xfrm>
        </p:grpSpPr>
        <p:sp>
          <p:nvSpPr>
            <p:cNvPr id="121"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22"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23"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24"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25"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26"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27"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128" name="Group 127"/>
          <p:cNvGrpSpPr/>
          <p:nvPr userDrawn="1"/>
        </p:nvGrpSpPr>
        <p:grpSpPr>
          <a:xfrm flipH="1" flipV="1">
            <a:off x="3225983" y="287817"/>
            <a:ext cx="5740036" cy="6625061"/>
            <a:chOff x="6586538" y="342900"/>
            <a:chExt cx="1441451" cy="1663701"/>
          </a:xfrm>
        </p:grpSpPr>
        <p:sp>
          <p:nvSpPr>
            <p:cNvPr id="129"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30"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31"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32"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33"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34"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35"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136" name="Group 135"/>
          <p:cNvGrpSpPr/>
          <p:nvPr userDrawn="1"/>
        </p:nvGrpSpPr>
        <p:grpSpPr>
          <a:xfrm flipV="1">
            <a:off x="7733871" y="214280"/>
            <a:ext cx="1576587" cy="1819672"/>
            <a:chOff x="6586538" y="342900"/>
            <a:chExt cx="1441451" cy="1663701"/>
          </a:xfrm>
        </p:grpSpPr>
        <p:sp>
          <p:nvSpPr>
            <p:cNvPr id="137"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38"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39"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40"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41"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42"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43"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152" name="Group 151"/>
          <p:cNvGrpSpPr/>
          <p:nvPr userDrawn="1"/>
        </p:nvGrpSpPr>
        <p:grpSpPr>
          <a:xfrm flipH="1">
            <a:off x="3632594" y="1917785"/>
            <a:ext cx="2986253" cy="3446688"/>
            <a:chOff x="6586538" y="342900"/>
            <a:chExt cx="1441451" cy="1663701"/>
          </a:xfrm>
        </p:grpSpPr>
        <p:sp>
          <p:nvSpPr>
            <p:cNvPr id="153"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54"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55"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56"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57"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58"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59"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160" name="Group 159"/>
          <p:cNvGrpSpPr/>
          <p:nvPr userDrawn="1"/>
        </p:nvGrpSpPr>
        <p:grpSpPr>
          <a:xfrm>
            <a:off x="5573154" y="1917785"/>
            <a:ext cx="2986253" cy="3446688"/>
            <a:chOff x="6586538" y="342900"/>
            <a:chExt cx="1441451" cy="1663701"/>
          </a:xfrm>
        </p:grpSpPr>
        <p:sp>
          <p:nvSpPr>
            <p:cNvPr id="161"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62"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63"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64"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65"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66"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67"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184" name="Group 183"/>
          <p:cNvGrpSpPr/>
          <p:nvPr userDrawn="1"/>
        </p:nvGrpSpPr>
        <p:grpSpPr>
          <a:xfrm>
            <a:off x="5161300" y="197552"/>
            <a:ext cx="1814555" cy="2042304"/>
            <a:chOff x="3789340" y="-122361"/>
            <a:chExt cx="1524186" cy="1715491"/>
          </a:xfrm>
        </p:grpSpPr>
        <p:sp>
          <p:nvSpPr>
            <p:cNvPr id="175" name="Freeform 6"/>
            <p:cNvSpPr>
              <a:spLocks/>
            </p:cNvSpPr>
            <p:nvPr/>
          </p:nvSpPr>
          <p:spPr bwMode="auto">
            <a:xfrm flipH="1" flipV="1">
              <a:off x="4572002" y="-122361"/>
              <a:ext cx="741524" cy="859382"/>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76" name="Freeform 7"/>
            <p:cNvSpPr>
              <a:spLocks/>
            </p:cNvSpPr>
            <p:nvPr/>
          </p:nvSpPr>
          <p:spPr bwMode="auto">
            <a:xfrm flipH="1" flipV="1">
              <a:off x="4572002" y="306513"/>
              <a:ext cx="741524" cy="857745"/>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77" name="Freeform 8"/>
            <p:cNvSpPr>
              <a:spLocks/>
            </p:cNvSpPr>
            <p:nvPr/>
          </p:nvSpPr>
          <p:spPr bwMode="auto">
            <a:xfrm flipH="1" flipV="1">
              <a:off x="4572002" y="737021"/>
              <a:ext cx="741524" cy="856109"/>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nvGrpSpPr>
            <p:cNvPr id="183" name="Group 182"/>
            <p:cNvGrpSpPr/>
            <p:nvPr userDrawn="1"/>
          </p:nvGrpSpPr>
          <p:grpSpPr>
            <a:xfrm flipH="1">
              <a:off x="3789340" y="-122361"/>
              <a:ext cx="786383" cy="1715491"/>
              <a:chOff x="3785618" y="-122361"/>
              <a:chExt cx="786383" cy="1715491"/>
            </a:xfrm>
          </p:grpSpPr>
          <p:sp>
            <p:nvSpPr>
              <p:cNvPr id="178" name="Rectangle 9"/>
              <p:cNvSpPr>
                <a:spLocks noChangeArrowheads="1"/>
              </p:cNvSpPr>
              <p:nvPr/>
            </p:nvSpPr>
            <p:spPr bwMode="auto">
              <a:xfrm flipH="1" flipV="1">
                <a:off x="4570364" y="735384"/>
                <a:ext cx="1637" cy="16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80" name="Freeform 6"/>
              <p:cNvSpPr>
                <a:spLocks/>
              </p:cNvSpPr>
              <p:nvPr userDrawn="1"/>
            </p:nvSpPr>
            <p:spPr bwMode="auto">
              <a:xfrm flipH="1" flipV="1">
                <a:off x="3785619" y="-122361"/>
                <a:ext cx="741524" cy="859382"/>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81" name="Freeform 7"/>
              <p:cNvSpPr>
                <a:spLocks/>
              </p:cNvSpPr>
              <p:nvPr userDrawn="1"/>
            </p:nvSpPr>
            <p:spPr bwMode="auto">
              <a:xfrm flipH="1" flipV="1">
                <a:off x="3785619" y="306513"/>
                <a:ext cx="741524" cy="857746"/>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82" name="Freeform 8"/>
              <p:cNvSpPr>
                <a:spLocks/>
              </p:cNvSpPr>
              <p:nvPr userDrawn="1"/>
            </p:nvSpPr>
            <p:spPr bwMode="auto">
              <a:xfrm flipH="1" flipV="1">
                <a:off x="3785618" y="737021"/>
                <a:ext cx="741524" cy="856109"/>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grpSp>
        <p:nvGrpSpPr>
          <p:cNvPr id="185" name="Group 184"/>
          <p:cNvGrpSpPr/>
          <p:nvPr userDrawn="1"/>
        </p:nvGrpSpPr>
        <p:grpSpPr>
          <a:xfrm flipH="1" flipV="1">
            <a:off x="260838" y="5134657"/>
            <a:ext cx="2986253" cy="2585016"/>
            <a:chOff x="6586538" y="758825"/>
            <a:chExt cx="1441451" cy="1247776"/>
          </a:xfrm>
        </p:grpSpPr>
        <p:sp>
          <p:nvSpPr>
            <p:cNvPr id="186"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87"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89"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90"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192"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205" name="Group 204"/>
          <p:cNvGrpSpPr/>
          <p:nvPr userDrawn="1"/>
        </p:nvGrpSpPr>
        <p:grpSpPr>
          <a:xfrm flipV="1">
            <a:off x="8884138" y="5134657"/>
            <a:ext cx="2986253" cy="2585016"/>
            <a:chOff x="6586538" y="758825"/>
            <a:chExt cx="1441451" cy="1247776"/>
          </a:xfrm>
        </p:grpSpPr>
        <p:sp>
          <p:nvSpPr>
            <p:cNvPr id="206"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07"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08"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09"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10"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211" name="Group 210"/>
          <p:cNvGrpSpPr/>
          <p:nvPr userDrawn="1"/>
        </p:nvGrpSpPr>
        <p:grpSpPr>
          <a:xfrm flipH="1" flipV="1">
            <a:off x="3549132" y="5544715"/>
            <a:ext cx="1576587" cy="1819672"/>
            <a:chOff x="6586538" y="342900"/>
            <a:chExt cx="1441451" cy="1663701"/>
          </a:xfrm>
        </p:grpSpPr>
        <p:sp>
          <p:nvSpPr>
            <p:cNvPr id="212"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13"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14"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15"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16"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17"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18"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219" name="Group 218"/>
          <p:cNvGrpSpPr/>
          <p:nvPr userDrawn="1"/>
        </p:nvGrpSpPr>
        <p:grpSpPr>
          <a:xfrm flipH="1" flipV="1">
            <a:off x="7041632" y="5544715"/>
            <a:ext cx="1576587" cy="1819672"/>
            <a:chOff x="6586538" y="342900"/>
            <a:chExt cx="1441451" cy="1663701"/>
          </a:xfrm>
        </p:grpSpPr>
        <p:sp>
          <p:nvSpPr>
            <p:cNvPr id="220"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21"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22"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23"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24"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25"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26"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227" name="Group 226"/>
          <p:cNvGrpSpPr/>
          <p:nvPr userDrawn="1"/>
        </p:nvGrpSpPr>
        <p:grpSpPr>
          <a:xfrm flipH="1" flipV="1">
            <a:off x="3549132" y="-767185"/>
            <a:ext cx="1576587" cy="1819672"/>
            <a:chOff x="6586538" y="342900"/>
            <a:chExt cx="1441451" cy="1663701"/>
          </a:xfrm>
        </p:grpSpPr>
        <p:sp>
          <p:nvSpPr>
            <p:cNvPr id="228"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29"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30"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31"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32"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33"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34"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235" name="Group 234"/>
          <p:cNvGrpSpPr/>
          <p:nvPr userDrawn="1"/>
        </p:nvGrpSpPr>
        <p:grpSpPr>
          <a:xfrm flipH="1" flipV="1">
            <a:off x="7041632" y="-767185"/>
            <a:ext cx="1576587" cy="1819672"/>
            <a:chOff x="6586538" y="342900"/>
            <a:chExt cx="1441451" cy="1663701"/>
          </a:xfrm>
        </p:grpSpPr>
        <p:sp>
          <p:nvSpPr>
            <p:cNvPr id="236"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37"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38"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39"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40"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41"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42"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243" name="Group 242"/>
          <p:cNvGrpSpPr/>
          <p:nvPr userDrawn="1"/>
        </p:nvGrpSpPr>
        <p:grpSpPr>
          <a:xfrm flipH="1">
            <a:off x="82032" y="-507437"/>
            <a:ext cx="1576587" cy="1819672"/>
            <a:chOff x="6586538" y="342900"/>
            <a:chExt cx="1441451" cy="1663701"/>
          </a:xfrm>
        </p:grpSpPr>
        <p:sp>
          <p:nvSpPr>
            <p:cNvPr id="244"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45"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46"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47"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48"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49"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50"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grpSp>
        <p:nvGrpSpPr>
          <p:cNvPr id="251" name="Group 250"/>
          <p:cNvGrpSpPr/>
          <p:nvPr userDrawn="1"/>
        </p:nvGrpSpPr>
        <p:grpSpPr>
          <a:xfrm flipH="1">
            <a:off x="10445232" y="-507437"/>
            <a:ext cx="1576587" cy="1819672"/>
            <a:chOff x="6586538" y="342900"/>
            <a:chExt cx="1441451" cy="1663701"/>
          </a:xfrm>
        </p:grpSpPr>
        <p:sp>
          <p:nvSpPr>
            <p:cNvPr id="252" name="Freeform 6"/>
            <p:cNvSpPr>
              <a:spLocks/>
            </p:cNvSpPr>
            <p:nvPr/>
          </p:nvSpPr>
          <p:spPr bwMode="auto">
            <a:xfrm>
              <a:off x="6586538" y="1173163"/>
              <a:ext cx="719138" cy="833438"/>
            </a:xfrm>
            <a:custGeom>
              <a:avLst/>
              <a:gdLst>
                <a:gd name="T0" fmla="*/ 453 w 453"/>
                <a:gd name="T1" fmla="*/ 0 h 525"/>
                <a:gd name="T2" fmla="*/ 0 w 453"/>
                <a:gd name="T3" fmla="*/ 263 h 525"/>
                <a:gd name="T4" fmla="*/ 0 w 453"/>
                <a:gd name="T5" fmla="*/ 263 h 525"/>
                <a:gd name="T6" fmla="*/ 453 w 453"/>
                <a:gd name="T7" fmla="*/ 525 h 525"/>
                <a:gd name="T8" fmla="*/ 453 w 453"/>
                <a:gd name="T9" fmla="*/ 0 h 525"/>
                <a:gd name="T10" fmla="*/ 453 w 453"/>
                <a:gd name="T11" fmla="*/ 0 h 525"/>
              </a:gdLst>
              <a:ahLst/>
              <a:cxnLst>
                <a:cxn ang="0">
                  <a:pos x="T0" y="T1"/>
                </a:cxn>
                <a:cxn ang="0">
                  <a:pos x="T2" y="T3"/>
                </a:cxn>
                <a:cxn ang="0">
                  <a:pos x="T4" y="T5"/>
                </a:cxn>
                <a:cxn ang="0">
                  <a:pos x="T6" y="T7"/>
                </a:cxn>
                <a:cxn ang="0">
                  <a:pos x="T8" y="T9"/>
                </a:cxn>
                <a:cxn ang="0">
                  <a:pos x="T10" y="T11"/>
                </a:cxn>
              </a:cxnLst>
              <a:rect l="0" t="0" r="r" b="b"/>
              <a:pathLst>
                <a:path w="453" h="525">
                  <a:moveTo>
                    <a:pt x="453" y="0"/>
                  </a:moveTo>
                  <a:lnTo>
                    <a:pt x="0" y="263"/>
                  </a:lnTo>
                  <a:lnTo>
                    <a:pt x="0" y="263"/>
                  </a:lnTo>
                  <a:lnTo>
                    <a:pt x="453" y="525"/>
                  </a:lnTo>
                  <a:lnTo>
                    <a:pt x="453" y="0"/>
                  </a:lnTo>
                  <a:lnTo>
                    <a:pt x="453" y="0"/>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53" name="Freeform 7"/>
            <p:cNvSpPr>
              <a:spLocks/>
            </p:cNvSpPr>
            <p:nvPr/>
          </p:nvSpPr>
          <p:spPr bwMode="auto">
            <a:xfrm>
              <a:off x="6586538" y="758825"/>
              <a:ext cx="719138" cy="831850"/>
            </a:xfrm>
            <a:custGeom>
              <a:avLst/>
              <a:gdLst>
                <a:gd name="T0" fmla="*/ 0 w 453"/>
                <a:gd name="T1" fmla="*/ 0 h 524"/>
                <a:gd name="T2" fmla="*/ 0 w 453"/>
                <a:gd name="T3" fmla="*/ 0 h 524"/>
                <a:gd name="T4" fmla="*/ 0 w 453"/>
                <a:gd name="T5" fmla="*/ 524 h 524"/>
                <a:gd name="T6" fmla="*/ 453 w 453"/>
                <a:gd name="T7" fmla="*/ 261 h 524"/>
                <a:gd name="T8" fmla="*/ 0 w 453"/>
                <a:gd name="T9" fmla="*/ 0 h 524"/>
              </a:gdLst>
              <a:ahLst/>
              <a:cxnLst>
                <a:cxn ang="0">
                  <a:pos x="T0" y="T1"/>
                </a:cxn>
                <a:cxn ang="0">
                  <a:pos x="T2" y="T3"/>
                </a:cxn>
                <a:cxn ang="0">
                  <a:pos x="T4" y="T5"/>
                </a:cxn>
                <a:cxn ang="0">
                  <a:pos x="T6" y="T7"/>
                </a:cxn>
                <a:cxn ang="0">
                  <a:pos x="T8" y="T9"/>
                </a:cxn>
              </a:cxnLst>
              <a:rect l="0" t="0" r="r" b="b"/>
              <a:pathLst>
                <a:path w="453" h="524">
                  <a:moveTo>
                    <a:pt x="0" y="0"/>
                  </a:moveTo>
                  <a:lnTo>
                    <a:pt x="0" y="0"/>
                  </a:lnTo>
                  <a:lnTo>
                    <a:pt x="0" y="524"/>
                  </a:lnTo>
                  <a:lnTo>
                    <a:pt x="453" y="261"/>
                  </a:lnTo>
                  <a:lnTo>
                    <a:pt x="0" y="0"/>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54" name="Freeform 8"/>
            <p:cNvSpPr>
              <a:spLocks/>
            </p:cNvSpPr>
            <p:nvPr/>
          </p:nvSpPr>
          <p:spPr bwMode="auto">
            <a:xfrm>
              <a:off x="6586538" y="342900"/>
              <a:ext cx="719138" cy="830263"/>
            </a:xfrm>
            <a:custGeom>
              <a:avLst/>
              <a:gdLst>
                <a:gd name="T0" fmla="*/ 453 w 453"/>
                <a:gd name="T1" fmla="*/ 523 h 523"/>
                <a:gd name="T2" fmla="*/ 453 w 453"/>
                <a:gd name="T3" fmla="*/ 0 h 523"/>
                <a:gd name="T4" fmla="*/ 0 w 453"/>
                <a:gd name="T5" fmla="*/ 262 h 523"/>
                <a:gd name="T6" fmla="*/ 453 w 453"/>
                <a:gd name="T7" fmla="*/ 523 h 523"/>
                <a:gd name="T8" fmla="*/ 453 w 453"/>
                <a:gd name="T9" fmla="*/ 523 h 523"/>
              </a:gdLst>
              <a:ahLst/>
              <a:cxnLst>
                <a:cxn ang="0">
                  <a:pos x="T0" y="T1"/>
                </a:cxn>
                <a:cxn ang="0">
                  <a:pos x="T2" y="T3"/>
                </a:cxn>
                <a:cxn ang="0">
                  <a:pos x="T4" y="T5"/>
                </a:cxn>
                <a:cxn ang="0">
                  <a:pos x="T6" y="T7"/>
                </a:cxn>
                <a:cxn ang="0">
                  <a:pos x="T8" y="T9"/>
                </a:cxn>
              </a:cxnLst>
              <a:rect l="0" t="0" r="r" b="b"/>
              <a:pathLst>
                <a:path w="453" h="523">
                  <a:moveTo>
                    <a:pt x="453" y="523"/>
                  </a:moveTo>
                  <a:lnTo>
                    <a:pt x="453" y="0"/>
                  </a:lnTo>
                  <a:lnTo>
                    <a:pt x="0" y="262"/>
                  </a:lnTo>
                  <a:lnTo>
                    <a:pt x="453" y="523"/>
                  </a:lnTo>
                  <a:lnTo>
                    <a:pt x="453" y="523"/>
                  </a:lnTo>
                  <a:close/>
                </a:path>
              </a:pathLst>
            </a:custGeom>
            <a:solidFill>
              <a:schemeClr val="accent6">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55" name="Rectangle 9"/>
            <p:cNvSpPr>
              <a:spLocks noChangeArrowheads="1"/>
            </p:cNvSpPr>
            <p:nvPr/>
          </p:nvSpPr>
          <p:spPr bwMode="auto">
            <a:xfrm>
              <a:off x="7305676" y="1173163"/>
              <a:ext cx="1588"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56" name="Freeform 10"/>
            <p:cNvSpPr>
              <a:spLocks/>
            </p:cNvSpPr>
            <p:nvPr/>
          </p:nvSpPr>
          <p:spPr bwMode="auto">
            <a:xfrm>
              <a:off x="7305676" y="1173163"/>
              <a:ext cx="722313" cy="833438"/>
            </a:xfrm>
            <a:custGeom>
              <a:avLst/>
              <a:gdLst>
                <a:gd name="T0" fmla="*/ 0 w 455"/>
                <a:gd name="T1" fmla="*/ 525 h 525"/>
                <a:gd name="T2" fmla="*/ 455 w 455"/>
                <a:gd name="T3" fmla="*/ 263 h 525"/>
                <a:gd name="T4" fmla="*/ 455 w 455"/>
                <a:gd name="T5" fmla="*/ 263 h 525"/>
                <a:gd name="T6" fmla="*/ 0 w 455"/>
                <a:gd name="T7" fmla="*/ 0 h 525"/>
                <a:gd name="T8" fmla="*/ 0 w 455"/>
                <a:gd name="T9" fmla="*/ 525 h 525"/>
              </a:gdLst>
              <a:ahLst/>
              <a:cxnLst>
                <a:cxn ang="0">
                  <a:pos x="T0" y="T1"/>
                </a:cxn>
                <a:cxn ang="0">
                  <a:pos x="T2" y="T3"/>
                </a:cxn>
                <a:cxn ang="0">
                  <a:pos x="T4" y="T5"/>
                </a:cxn>
                <a:cxn ang="0">
                  <a:pos x="T6" y="T7"/>
                </a:cxn>
                <a:cxn ang="0">
                  <a:pos x="T8" y="T9"/>
                </a:cxn>
              </a:cxnLst>
              <a:rect l="0" t="0" r="r" b="b"/>
              <a:pathLst>
                <a:path w="455" h="525">
                  <a:moveTo>
                    <a:pt x="0" y="525"/>
                  </a:moveTo>
                  <a:lnTo>
                    <a:pt x="455" y="263"/>
                  </a:lnTo>
                  <a:lnTo>
                    <a:pt x="455" y="263"/>
                  </a:lnTo>
                  <a:lnTo>
                    <a:pt x="0" y="0"/>
                  </a:lnTo>
                  <a:lnTo>
                    <a:pt x="0" y="525"/>
                  </a:lnTo>
                  <a:close/>
                </a:path>
              </a:pathLst>
            </a:custGeom>
            <a:solidFill>
              <a:schemeClr val="bg2">
                <a:lumMod val="75000"/>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57" name="Freeform 11"/>
            <p:cNvSpPr>
              <a:spLocks/>
            </p:cNvSpPr>
            <p:nvPr/>
          </p:nvSpPr>
          <p:spPr bwMode="auto">
            <a:xfrm>
              <a:off x="7305676" y="342900"/>
              <a:ext cx="719138" cy="830263"/>
            </a:xfrm>
            <a:custGeom>
              <a:avLst/>
              <a:gdLst>
                <a:gd name="T0" fmla="*/ 0 w 453"/>
                <a:gd name="T1" fmla="*/ 523 h 523"/>
                <a:gd name="T2" fmla="*/ 453 w 453"/>
                <a:gd name="T3" fmla="*/ 262 h 523"/>
                <a:gd name="T4" fmla="*/ 0 w 453"/>
                <a:gd name="T5" fmla="*/ 0 h 523"/>
                <a:gd name="T6" fmla="*/ 0 w 453"/>
                <a:gd name="T7" fmla="*/ 523 h 523"/>
              </a:gdLst>
              <a:ahLst/>
              <a:cxnLst>
                <a:cxn ang="0">
                  <a:pos x="T0" y="T1"/>
                </a:cxn>
                <a:cxn ang="0">
                  <a:pos x="T2" y="T3"/>
                </a:cxn>
                <a:cxn ang="0">
                  <a:pos x="T4" y="T5"/>
                </a:cxn>
                <a:cxn ang="0">
                  <a:pos x="T6" y="T7"/>
                </a:cxn>
              </a:cxnLst>
              <a:rect l="0" t="0" r="r" b="b"/>
              <a:pathLst>
                <a:path w="453" h="523">
                  <a:moveTo>
                    <a:pt x="0" y="523"/>
                  </a:moveTo>
                  <a:lnTo>
                    <a:pt x="453" y="262"/>
                  </a:lnTo>
                  <a:lnTo>
                    <a:pt x="0" y="0"/>
                  </a:lnTo>
                  <a:lnTo>
                    <a:pt x="0" y="523"/>
                  </a:lnTo>
                  <a:close/>
                </a:path>
              </a:pathLst>
            </a:custGeom>
            <a:solidFill>
              <a:schemeClr val="accent6">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sp>
          <p:nvSpPr>
            <p:cNvPr id="258" name="Freeform 12"/>
            <p:cNvSpPr>
              <a:spLocks/>
            </p:cNvSpPr>
            <p:nvPr/>
          </p:nvSpPr>
          <p:spPr bwMode="auto">
            <a:xfrm>
              <a:off x="7305676" y="758825"/>
              <a:ext cx="722313" cy="831850"/>
            </a:xfrm>
            <a:custGeom>
              <a:avLst/>
              <a:gdLst>
                <a:gd name="T0" fmla="*/ 0 w 455"/>
                <a:gd name="T1" fmla="*/ 261 h 524"/>
                <a:gd name="T2" fmla="*/ 455 w 455"/>
                <a:gd name="T3" fmla="*/ 524 h 524"/>
                <a:gd name="T4" fmla="*/ 455 w 455"/>
                <a:gd name="T5" fmla="*/ 0 h 524"/>
                <a:gd name="T6" fmla="*/ 453 w 455"/>
                <a:gd name="T7" fmla="*/ 0 h 524"/>
                <a:gd name="T8" fmla="*/ 0 w 455"/>
                <a:gd name="T9" fmla="*/ 261 h 524"/>
                <a:gd name="T10" fmla="*/ 0 w 455"/>
                <a:gd name="T11" fmla="*/ 261 h 524"/>
              </a:gdLst>
              <a:ahLst/>
              <a:cxnLst>
                <a:cxn ang="0">
                  <a:pos x="T0" y="T1"/>
                </a:cxn>
                <a:cxn ang="0">
                  <a:pos x="T2" y="T3"/>
                </a:cxn>
                <a:cxn ang="0">
                  <a:pos x="T4" y="T5"/>
                </a:cxn>
                <a:cxn ang="0">
                  <a:pos x="T6" y="T7"/>
                </a:cxn>
                <a:cxn ang="0">
                  <a:pos x="T8" y="T9"/>
                </a:cxn>
                <a:cxn ang="0">
                  <a:pos x="T10" y="T11"/>
                </a:cxn>
              </a:cxnLst>
              <a:rect l="0" t="0" r="r" b="b"/>
              <a:pathLst>
                <a:path w="455" h="524">
                  <a:moveTo>
                    <a:pt x="0" y="261"/>
                  </a:moveTo>
                  <a:lnTo>
                    <a:pt x="455" y="524"/>
                  </a:lnTo>
                  <a:lnTo>
                    <a:pt x="455" y="0"/>
                  </a:lnTo>
                  <a:lnTo>
                    <a:pt x="453" y="0"/>
                  </a:lnTo>
                  <a:lnTo>
                    <a:pt x="0" y="261"/>
                  </a:lnTo>
                  <a:lnTo>
                    <a:pt x="0" y="261"/>
                  </a:lnTo>
                  <a:close/>
                </a:path>
              </a:pathLst>
            </a:custGeom>
            <a:solidFill>
              <a:schemeClr val="bg2">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dirty="0">
                <a:solidFill>
                  <a:prstClr val="black"/>
                </a:solidFill>
              </a:endParaRPr>
            </a:p>
          </p:txBody>
        </p:sp>
      </p:grpSp>
      <p:cxnSp>
        <p:nvCxnSpPr>
          <p:cNvPr id="259" name="Straight Connector 258"/>
          <p:cNvCxnSpPr/>
          <p:nvPr userDrawn="1"/>
        </p:nvCxnSpPr>
        <p:spPr>
          <a:xfrm flipV="1">
            <a:off x="0" y="2"/>
            <a:ext cx="6672064" cy="4197084"/>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userDrawn="1"/>
        </p:nvCxnSpPr>
        <p:spPr>
          <a:xfrm flipV="1">
            <a:off x="0" y="3"/>
            <a:ext cx="3920475" cy="2468891"/>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flipV="1">
            <a:off x="0" y="1"/>
            <a:ext cx="3336032" cy="2098543"/>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userDrawn="1"/>
        </p:nvCxnSpPr>
        <p:spPr>
          <a:xfrm flipV="1">
            <a:off x="0" y="-19776"/>
            <a:ext cx="5495595" cy="3448776"/>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flipV="1">
            <a:off x="883288" y="1148096"/>
            <a:ext cx="5495595" cy="3448776"/>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userDrawn="1"/>
        </p:nvCxnSpPr>
        <p:spPr>
          <a:xfrm flipV="1">
            <a:off x="-48683" y="839909"/>
            <a:ext cx="8388763" cy="5277389"/>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flipV="1">
            <a:off x="4655840" y="1994759"/>
            <a:ext cx="6336704" cy="3895539"/>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userDrawn="1"/>
        </p:nvCxnSpPr>
        <p:spPr>
          <a:xfrm flipV="1">
            <a:off x="7733629" y="3140968"/>
            <a:ext cx="4315032" cy="2711381"/>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flipV="1">
            <a:off x="8190829" y="3966468"/>
            <a:ext cx="4315032" cy="2711381"/>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userDrawn="1"/>
        </p:nvCxnSpPr>
        <p:spPr>
          <a:xfrm flipV="1">
            <a:off x="2255573" y="2147607"/>
            <a:ext cx="7195352" cy="4530243"/>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flipV="1">
            <a:off x="6672064" y="-74893"/>
            <a:ext cx="3794861" cy="2351765"/>
          </a:xfrm>
          <a:prstGeom prst="line">
            <a:avLst/>
          </a:prstGeom>
          <a:ln w="19050">
            <a:gradFill>
              <a:gsLst>
                <a:gs pos="40000">
                  <a:schemeClr val="bg1"/>
                </a:gs>
                <a:gs pos="60000">
                  <a:schemeClr val="bg1"/>
                </a:gs>
                <a:gs pos="0">
                  <a:schemeClr val="bg1">
                    <a:alpha val="0"/>
                  </a:schemeClr>
                </a:gs>
                <a:gs pos="100000">
                  <a:schemeClr val="bg1">
                    <a:alpha val="0"/>
                  </a:schemeClr>
                </a:gs>
              </a:gsLst>
              <a:lin ang="5400000" scaled="0"/>
            </a:gradFill>
          </a:ln>
          <a:effectLst/>
        </p:spPr>
        <p:style>
          <a:lnRef idx="1">
            <a:schemeClr val="accent1"/>
          </a:lnRef>
          <a:fillRef idx="0">
            <a:schemeClr val="accent1"/>
          </a:fillRef>
          <a:effectRef idx="0">
            <a:schemeClr val="accent1"/>
          </a:effectRef>
          <a:fontRef idx="minor">
            <a:schemeClr val="tx1"/>
          </a:fontRef>
        </p:style>
      </p:cxnSp>
      <p:sp>
        <p:nvSpPr>
          <p:cNvPr id="275" name="Rectangle 274"/>
          <p:cNvSpPr/>
          <p:nvPr userDrawn="1"/>
        </p:nvSpPr>
        <p:spPr>
          <a:xfrm>
            <a:off x="-8112" y="4375230"/>
            <a:ext cx="23578053" cy="1632181"/>
          </a:xfrm>
          <a:prstGeom prst="rect">
            <a:avLst/>
          </a:prstGeom>
          <a:gradFill flip="none" rotWithShape="1">
            <a:gsLst>
              <a:gs pos="54000">
                <a:schemeClr val="bg1">
                  <a:alpha val="2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prstClr val="white"/>
              </a:solidFill>
            </a:endParaRPr>
          </a:p>
        </p:txBody>
      </p:sp>
      <p:sp>
        <p:nvSpPr>
          <p:cNvPr id="2" name="Rectangle 1">
            <a:hlinkClick r:id="" action="ppaction://noaction"/>
          </p:cNvPr>
          <p:cNvSpPr/>
          <p:nvPr userDrawn="1"/>
        </p:nvSpPr>
        <p:spPr>
          <a:xfrm>
            <a:off x="3398230" y="2664455"/>
            <a:ext cx="5219989" cy="1133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prstClr val="white"/>
              </a:solidFill>
            </a:endParaRPr>
          </a:p>
        </p:txBody>
      </p:sp>
      <p:grpSp>
        <p:nvGrpSpPr>
          <p:cNvPr id="270" name="Group 4"/>
          <p:cNvGrpSpPr>
            <a:grpSpLocks noChangeAspect="1"/>
          </p:cNvGrpSpPr>
          <p:nvPr userDrawn="1"/>
        </p:nvGrpSpPr>
        <p:grpSpPr bwMode="auto">
          <a:xfrm>
            <a:off x="3600000" y="2520000"/>
            <a:ext cx="4876801" cy="1079501"/>
            <a:chOff x="2304" y="1820"/>
            <a:chExt cx="3072" cy="680"/>
          </a:xfrm>
        </p:grpSpPr>
        <p:sp>
          <p:nvSpPr>
            <p:cNvPr id="282" name="AutoShape 3"/>
            <p:cNvSpPr>
              <a:spLocks noChangeAspect="1" noChangeArrowheads="1" noTextEdit="1"/>
            </p:cNvSpPr>
            <p:nvPr userDrawn="1"/>
          </p:nvSpPr>
          <p:spPr bwMode="auto">
            <a:xfrm>
              <a:off x="2304" y="1820"/>
              <a:ext cx="3072"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latin typeface="Segoe UI Light"/>
              </a:endParaRPr>
            </a:p>
          </p:txBody>
        </p:sp>
        <p:sp>
          <p:nvSpPr>
            <p:cNvPr id="283" name="Freeform 5"/>
            <p:cNvSpPr>
              <a:spLocks/>
            </p:cNvSpPr>
            <p:nvPr userDrawn="1"/>
          </p:nvSpPr>
          <p:spPr bwMode="auto">
            <a:xfrm>
              <a:off x="2304" y="1871"/>
              <a:ext cx="269" cy="342"/>
            </a:xfrm>
            <a:custGeom>
              <a:avLst/>
              <a:gdLst>
                <a:gd name="T0" fmla="*/ 803 w 1185"/>
                <a:gd name="T1" fmla="*/ 221 h 1487"/>
                <a:gd name="T2" fmla="*/ 593 w 1185"/>
                <a:gd name="T3" fmla="*/ 342 h 1487"/>
                <a:gd name="T4" fmla="*/ 0 w 1185"/>
                <a:gd name="T5" fmla="*/ 685 h 1487"/>
                <a:gd name="T6" fmla="*/ 0 w 1185"/>
                <a:gd name="T7" fmla="*/ 1024 h 1487"/>
                <a:gd name="T8" fmla="*/ 803 w 1185"/>
                <a:gd name="T9" fmla="*/ 1487 h 1487"/>
                <a:gd name="T10" fmla="*/ 803 w 1185"/>
                <a:gd name="T11" fmla="*/ 1148 h 1487"/>
                <a:gd name="T12" fmla="*/ 994 w 1185"/>
                <a:gd name="T13" fmla="*/ 1037 h 1487"/>
                <a:gd name="T14" fmla="*/ 1185 w 1185"/>
                <a:gd name="T15" fmla="*/ 927 h 1487"/>
                <a:gd name="T16" fmla="*/ 1185 w 1185"/>
                <a:gd name="T17" fmla="*/ 0 h 1487"/>
                <a:gd name="T18" fmla="*/ 803 w 1185"/>
                <a:gd name="T19" fmla="*/ 221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5" h="1487">
                  <a:moveTo>
                    <a:pt x="803" y="221"/>
                  </a:moveTo>
                  <a:lnTo>
                    <a:pt x="593" y="342"/>
                  </a:lnTo>
                  <a:lnTo>
                    <a:pt x="0" y="685"/>
                  </a:lnTo>
                  <a:lnTo>
                    <a:pt x="0" y="1024"/>
                  </a:lnTo>
                  <a:lnTo>
                    <a:pt x="803" y="1487"/>
                  </a:lnTo>
                  <a:lnTo>
                    <a:pt x="803" y="1148"/>
                  </a:lnTo>
                  <a:lnTo>
                    <a:pt x="994" y="1037"/>
                  </a:lnTo>
                  <a:lnTo>
                    <a:pt x="1185" y="927"/>
                  </a:lnTo>
                  <a:lnTo>
                    <a:pt x="1185" y="0"/>
                  </a:lnTo>
                  <a:lnTo>
                    <a:pt x="803" y="2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latin typeface="Segoe UI Light"/>
              </a:endParaRPr>
            </a:p>
          </p:txBody>
        </p:sp>
        <p:sp>
          <p:nvSpPr>
            <p:cNvPr id="284" name="Freeform 6"/>
            <p:cNvSpPr>
              <a:spLocks/>
            </p:cNvSpPr>
            <p:nvPr userDrawn="1"/>
          </p:nvSpPr>
          <p:spPr bwMode="auto">
            <a:xfrm>
              <a:off x="2304" y="2130"/>
              <a:ext cx="249" cy="252"/>
            </a:xfrm>
            <a:custGeom>
              <a:avLst/>
              <a:gdLst>
                <a:gd name="T0" fmla="*/ 803 w 1096"/>
                <a:gd name="T1" fmla="*/ 463 h 1096"/>
                <a:gd name="T2" fmla="*/ 0 w 1096"/>
                <a:gd name="T3" fmla="*/ 0 h 1096"/>
                <a:gd name="T4" fmla="*/ 0 w 1096"/>
                <a:gd name="T5" fmla="*/ 926 h 1096"/>
                <a:gd name="T6" fmla="*/ 294 w 1096"/>
                <a:gd name="T7" fmla="*/ 1096 h 1096"/>
                <a:gd name="T8" fmla="*/ 1096 w 1096"/>
                <a:gd name="T9" fmla="*/ 633 h 1096"/>
                <a:gd name="T10" fmla="*/ 994 w 1096"/>
                <a:gd name="T11" fmla="*/ 574 h 1096"/>
                <a:gd name="T12" fmla="*/ 803 w 1096"/>
                <a:gd name="T13" fmla="*/ 463 h 1096"/>
              </a:gdLst>
              <a:ahLst/>
              <a:cxnLst>
                <a:cxn ang="0">
                  <a:pos x="T0" y="T1"/>
                </a:cxn>
                <a:cxn ang="0">
                  <a:pos x="T2" y="T3"/>
                </a:cxn>
                <a:cxn ang="0">
                  <a:pos x="T4" y="T5"/>
                </a:cxn>
                <a:cxn ang="0">
                  <a:pos x="T6" y="T7"/>
                </a:cxn>
                <a:cxn ang="0">
                  <a:pos x="T8" y="T9"/>
                </a:cxn>
                <a:cxn ang="0">
                  <a:pos x="T10" y="T11"/>
                </a:cxn>
                <a:cxn ang="0">
                  <a:pos x="T12" y="T13"/>
                </a:cxn>
              </a:cxnLst>
              <a:rect l="0" t="0" r="r" b="b"/>
              <a:pathLst>
                <a:path w="1096" h="1096">
                  <a:moveTo>
                    <a:pt x="803" y="463"/>
                  </a:moveTo>
                  <a:lnTo>
                    <a:pt x="0" y="0"/>
                  </a:lnTo>
                  <a:lnTo>
                    <a:pt x="0" y="926"/>
                  </a:lnTo>
                  <a:lnTo>
                    <a:pt x="294" y="1096"/>
                  </a:lnTo>
                  <a:lnTo>
                    <a:pt x="1096" y="633"/>
                  </a:lnTo>
                  <a:lnTo>
                    <a:pt x="994" y="574"/>
                  </a:lnTo>
                  <a:lnTo>
                    <a:pt x="803" y="46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latin typeface="Segoe UI Light"/>
              </a:endParaRPr>
            </a:p>
          </p:txBody>
        </p:sp>
        <p:sp>
          <p:nvSpPr>
            <p:cNvPr id="285" name="Freeform 7"/>
            <p:cNvSpPr>
              <a:spLocks/>
            </p:cNvSpPr>
            <p:nvPr userDrawn="1"/>
          </p:nvSpPr>
          <p:spPr bwMode="auto">
            <a:xfrm>
              <a:off x="2391" y="2248"/>
              <a:ext cx="249" cy="252"/>
            </a:xfrm>
            <a:custGeom>
              <a:avLst/>
              <a:gdLst>
                <a:gd name="T0" fmla="*/ 802 w 1096"/>
                <a:gd name="T1" fmla="*/ 169 h 1096"/>
                <a:gd name="T2" fmla="*/ 0 w 1096"/>
                <a:gd name="T3" fmla="*/ 632 h 1096"/>
                <a:gd name="T4" fmla="*/ 210 w 1096"/>
                <a:gd name="T5" fmla="*/ 754 h 1096"/>
                <a:gd name="T6" fmla="*/ 802 w 1096"/>
                <a:gd name="T7" fmla="*/ 1096 h 1096"/>
                <a:gd name="T8" fmla="*/ 1096 w 1096"/>
                <a:gd name="T9" fmla="*/ 926 h 1096"/>
                <a:gd name="T10" fmla="*/ 1096 w 1096"/>
                <a:gd name="T11" fmla="*/ 0 h 1096"/>
                <a:gd name="T12" fmla="*/ 994 w 1096"/>
                <a:gd name="T13" fmla="*/ 59 h 1096"/>
                <a:gd name="T14" fmla="*/ 802 w 1096"/>
                <a:gd name="T15" fmla="*/ 169 h 10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6" h="1096">
                  <a:moveTo>
                    <a:pt x="802" y="169"/>
                  </a:moveTo>
                  <a:lnTo>
                    <a:pt x="0" y="632"/>
                  </a:lnTo>
                  <a:lnTo>
                    <a:pt x="210" y="754"/>
                  </a:lnTo>
                  <a:lnTo>
                    <a:pt x="802" y="1096"/>
                  </a:lnTo>
                  <a:lnTo>
                    <a:pt x="1096" y="926"/>
                  </a:lnTo>
                  <a:lnTo>
                    <a:pt x="1096" y="0"/>
                  </a:lnTo>
                  <a:lnTo>
                    <a:pt x="994" y="59"/>
                  </a:lnTo>
                  <a:lnTo>
                    <a:pt x="802" y="16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latin typeface="Segoe UI Light"/>
              </a:endParaRPr>
            </a:p>
          </p:txBody>
        </p:sp>
        <p:sp>
          <p:nvSpPr>
            <p:cNvPr id="286" name="Freeform 8"/>
            <p:cNvSpPr>
              <a:spLocks/>
            </p:cNvSpPr>
            <p:nvPr userDrawn="1"/>
          </p:nvSpPr>
          <p:spPr bwMode="auto">
            <a:xfrm>
              <a:off x="2660" y="1820"/>
              <a:ext cx="183" cy="629"/>
            </a:xfrm>
            <a:custGeom>
              <a:avLst/>
              <a:gdLst>
                <a:gd name="T0" fmla="*/ 0 w 803"/>
                <a:gd name="T1" fmla="*/ 1811 h 2738"/>
                <a:gd name="T2" fmla="*/ 0 w 803"/>
                <a:gd name="T3" fmla="*/ 2738 h 2738"/>
                <a:gd name="T4" fmla="*/ 210 w 803"/>
                <a:gd name="T5" fmla="*/ 2617 h 2738"/>
                <a:gd name="T6" fmla="*/ 803 w 803"/>
                <a:gd name="T7" fmla="*/ 2274 h 2738"/>
                <a:gd name="T8" fmla="*/ 803 w 803"/>
                <a:gd name="T9" fmla="*/ 463 h 2738"/>
                <a:gd name="T10" fmla="*/ 0 w 803"/>
                <a:gd name="T11" fmla="*/ 0 h 2738"/>
                <a:gd name="T12" fmla="*/ 0 w 803"/>
                <a:gd name="T13" fmla="*/ 442 h 2738"/>
                <a:gd name="T14" fmla="*/ 0 w 803"/>
                <a:gd name="T15" fmla="*/ 1369 h 2738"/>
                <a:gd name="T16" fmla="*/ 0 w 803"/>
                <a:gd name="T17" fmla="*/ 1590 h 2738"/>
                <a:gd name="T18" fmla="*/ 0 w 803"/>
                <a:gd name="T19" fmla="*/ 1811 h 2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3" h="2738">
                  <a:moveTo>
                    <a:pt x="0" y="1811"/>
                  </a:moveTo>
                  <a:lnTo>
                    <a:pt x="0" y="2738"/>
                  </a:lnTo>
                  <a:lnTo>
                    <a:pt x="210" y="2617"/>
                  </a:lnTo>
                  <a:lnTo>
                    <a:pt x="803" y="2274"/>
                  </a:lnTo>
                  <a:lnTo>
                    <a:pt x="803" y="463"/>
                  </a:lnTo>
                  <a:lnTo>
                    <a:pt x="0" y="0"/>
                  </a:lnTo>
                  <a:lnTo>
                    <a:pt x="0" y="442"/>
                  </a:lnTo>
                  <a:lnTo>
                    <a:pt x="0" y="1369"/>
                  </a:lnTo>
                  <a:lnTo>
                    <a:pt x="0" y="1590"/>
                  </a:lnTo>
                  <a:lnTo>
                    <a:pt x="0" y="18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latin typeface="Segoe UI Light"/>
              </a:endParaRPr>
            </a:p>
          </p:txBody>
        </p:sp>
        <p:sp>
          <p:nvSpPr>
            <p:cNvPr id="287" name="Freeform 9"/>
            <p:cNvSpPr>
              <a:spLocks noEditPoints="1"/>
            </p:cNvSpPr>
            <p:nvPr userDrawn="1"/>
          </p:nvSpPr>
          <p:spPr bwMode="auto">
            <a:xfrm>
              <a:off x="2932" y="1946"/>
              <a:ext cx="2444" cy="379"/>
            </a:xfrm>
            <a:custGeom>
              <a:avLst/>
              <a:gdLst>
                <a:gd name="T0" fmla="*/ 394 w 10757"/>
                <a:gd name="T1" fmla="*/ 333 h 1649"/>
                <a:gd name="T2" fmla="*/ 1383 w 10757"/>
                <a:gd name="T3" fmla="*/ 412 h 1649"/>
                <a:gd name="T4" fmla="*/ 1455 w 10757"/>
                <a:gd name="T5" fmla="*/ 957 h 1649"/>
                <a:gd name="T6" fmla="*/ 1277 w 10757"/>
                <a:gd name="T7" fmla="*/ 1303 h 1649"/>
                <a:gd name="T8" fmla="*/ 0 w 10757"/>
                <a:gd name="T9" fmla="*/ 7 h 1649"/>
                <a:gd name="T10" fmla="*/ 1506 w 10757"/>
                <a:gd name="T11" fmla="*/ 1617 h 1649"/>
                <a:gd name="T12" fmla="*/ 1847 w 10757"/>
                <a:gd name="T13" fmla="*/ 976 h 1649"/>
                <a:gd name="T14" fmla="*/ 1695 w 10757"/>
                <a:gd name="T15" fmla="*/ 150 h 1649"/>
                <a:gd name="T16" fmla="*/ 3945 w 10757"/>
                <a:gd name="T17" fmla="*/ 1306 h 1649"/>
                <a:gd name="T18" fmla="*/ 3903 w 10757"/>
                <a:gd name="T19" fmla="*/ 865 h 1649"/>
                <a:gd name="T20" fmla="*/ 3896 w 10757"/>
                <a:gd name="T21" fmla="*/ 289 h 1649"/>
                <a:gd name="T22" fmla="*/ 3331 w 10757"/>
                <a:gd name="T23" fmla="*/ 7 h 1649"/>
                <a:gd name="T24" fmla="*/ 2509 w 10757"/>
                <a:gd name="T25" fmla="*/ 1647 h 1649"/>
                <a:gd name="T26" fmla="*/ 3486 w 10757"/>
                <a:gd name="T27" fmla="*/ 1214 h 1649"/>
                <a:gd name="T28" fmla="*/ 3945 w 10757"/>
                <a:gd name="T29" fmla="*/ 1647 h 1649"/>
                <a:gd name="T30" fmla="*/ 3495 w 10757"/>
                <a:gd name="T31" fmla="*/ 731 h 1649"/>
                <a:gd name="T32" fmla="*/ 2502 w 10757"/>
                <a:gd name="T33" fmla="*/ 399 h 1649"/>
                <a:gd name="T34" fmla="*/ 3537 w 10757"/>
                <a:gd name="T35" fmla="*/ 569 h 1649"/>
                <a:gd name="T36" fmla="*/ 4094 w 10757"/>
                <a:gd name="T37" fmla="*/ 1647 h 1649"/>
                <a:gd name="T38" fmla="*/ 5748 w 10757"/>
                <a:gd name="T39" fmla="*/ 1252 h 1649"/>
                <a:gd name="T40" fmla="*/ 5562 w 10757"/>
                <a:gd name="T41" fmla="*/ 7 h 1649"/>
                <a:gd name="T42" fmla="*/ 5578 w 10757"/>
                <a:gd name="T43" fmla="*/ 924 h 1649"/>
                <a:gd name="T44" fmla="*/ 5266 w 10757"/>
                <a:gd name="T45" fmla="*/ 314 h 1649"/>
                <a:gd name="T46" fmla="*/ 7897 w 10757"/>
                <a:gd name="T47" fmla="*/ 390 h 1649"/>
                <a:gd name="T48" fmla="*/ 8383 w 10757"/>
                <a:gd name="T49" fmla="*/ 513 h 1649"/>
                <a:gd name="T50" fmla="*/ 7960 w 10757"/>
                <a:gd name="T51" fmla="*/ 26 h 1649"/>
                <a:gd name="T52" fmla="*/ 6810 w 10757"/>
                <a:gd name="T53" fmla="*/ 34 h 1649"/>
                <a:gd name="T54" fmla="*/ 6429 w 10757"/>
                <a:gd name="T55" fmla="*/ 735 h 1649"/>
                <a:gd name="T56" fmla="*/ 6586 w 10757"/>
                <a:gd name="T57" fmla="*/ 1513 h 1649"/>
                <a:gd name="T58" fmla="*/ 7589 w 10757"/>
                <a:gd name="T59" fmla="*/ 1647 h 1649"/>
                <a:gd name="T60" fmla="*/ 8348 w 10757"/>
                <a:gd name="T61" fmla="*/ 1316 h 1649"/>
                <a:gd name="T62" fmla="*/ 7383 w 10757"/>
                <a:gd name="T63" fmla="*/ 659 h 1649"/>
                <a:gd name="T64" fmla="*/ 7979 w 10757"/>
                <a:gd name="T65" fmla="*/ 1101 h 1649"/>
                <a:gd name="T66" fmla="*/ 7762 w 10757"/>
                <a:gd name="T67" fmla="*/ 1284 h 1649"/>
                <a:gd name="T68" fmla="*/ 7012 w 10757"/>
                <a:gd name="T69" fmla="*/ 1277 h 1649"/>
                <a:gd name="T70" fmla="*/ 6821 w 10757"/>
                <a:gd name="T71" fmla="*/ 933 h 1649"/>
                <a:gd name="T72" fmla="*/ 6902 w 10757"/>
                <a:gd name="T73" fmla="*/ 429 h 1649"/>
                <a:gd name="T74" fmla="*/ 7544 w 10757"/>
                <a:gd name="T75" fmla="*/ 361 h 1649"/>
                <a:gd name="T76" fmla="*/ 8902 w 10757"/>
                <a:gd name="T77" fmla="*/ 1647 h 1649"/>
                <a:gd name="T78" fmla="*/ 10296 w 10757"/>
                <a:gd name="T79" fmla="*/ 1647 h 1649"/>
                <a:gd name="T80" fmla="*/ 9290 w 10757"/>
                <a:gd name="T81" fmla="*/ 7 h 1649"/>
                <a:gd name="T82" fmla="*/ 9273 w 10757"/>
                <a:gd name="T83" fmla="*/ 924 h 16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757" h="1649">
                  <a:moveTo>
                    <a:pt x="1098" y="1321"/>
                  </a:moveTo>
                  <a:lnTo>
                    <a:pt x="394" y="1321"/>
                  </a:lnTo>
                  <a:lnTo>
                    <a:pt x="394" y="333"/>
                  </a:lnTo>
                  <a:lnTo>
                    <a:pt x="1098" y="333"/>
                  </a:lnTo>
                  <a:cubicBezTo>
                    <a:pt x="1169" y="333"/>
                    <a:pt x="1227" y="339"/>
                    <a:pt x="1273" y="352"/>
                  </a:cubicBezTo>
                  <a:cubicBezTo>
                    <a:pt x="1319" y="364"/>
                    <a:pt x="1355" y="385"/>
                    <a:pt x="1383" y="412"/>
                  </a:cubicBezTo>
                  <a:cubicBezTo>
                    <a:pt x="1411" y="440"/>
                    <a:pt x="1429" y="476"/>
                    <a:pt x="1440" y="521"/>
                  </a:cubicBezTo>
                  <a:cubicBezTo>
                    <a:pt x="1450" y="566"/>
                    <a:pt x="1455" y="620"/>
                    <a:pt x="1455" y="683"/>
                  </a:cubicBezTo>
                  <a:lnTo>
                    <a:pt x="1455" y="957"/>
                  </a:lnTo>
                  <a:cubicBezTo>
                    <a:pt x="1455" y="1028"/>
                    <a:pt x="1450" y="1086"/>
                    <a:pt x="1441" y="1133"/>
                  </a:cubicBezTo>
                  <a:cubicBezTo>
                    <a:pt x="1431" y="1179"/>
                    <a:pt x="1413" y="1216"/>
                    <a:pt x="1386" y="1244"/>
                  </a:cubicBezTo>
                  <a:cubicBezTo>
                    <a:pt x="1360" y="1271"/>
                    <a:pt x="1323" y="1291"/>
                    <a:pt x="1277" y="1303"/>
                  </a:cubicBezTo>
                  <a:cubicBezTo>
                    <a:pt x="1230" y="1315"/>
                    <a:pt x="1171" y="1321"/>
                    <a:pt x="1098" y="1321"/>
                  </a:cubicBezTo>
                  <a:close/>
                  <a:moveTo>
                    <a:pt x="1160" y="7"/>
                  </a:moveTo>
                  <a:lnTo>
                    <a:pt x="0" y="7"/>
                  </a:lnTo>
                  <a:lnTo>
                    <a:pt x="0" y="1649"/>
                  </a:lnTo>
                  <a:lnTo>
                    <a:pt x="1193" y="1649"/>
                  </a:lnTo>
                  <a:cubicBezTo>
                    <a:pt x="1317" y="1649"/>
                    <a:pt x="1422" y="1638"/>
                    <a:pt x="1506" y="1617"/>
                  </a:cubicBezTo>
                  <a:cubicBezTo>
                    <a:pt x="1590" y="1596"/>
                    <a:pt x="1657" y="1560"/>
                    <a:pt x="1708" y="1508"/>
                  </a:cubicBezTo>
                  <a:cubicBezTo>
                    <a:pt x="1758" y="1457"/>
                    <a:pt x="1794" y="1388"/>
                    <a:pt x="1815" y="1302"/>
                  </a:cubicBezTo>
                  <a:cubicBezTo>
                    <a:pt x="1837" y="1215"/>
                    <a:pt x="1847" y="1106"/>
                    <a:pt x="1847" y="976"/>
                  </a:cubicBezTo>
                  <a:lnTo>
                    <a:pt x="1847" y="659"/>
                  </a:lnTo>
                  <a:cubicBezTo>
                    <a:pt x="1847" y="538"/>
                    <a:pt x="1835" y="435"/>
                    <a:pt x="1812" y="352"/>
                  </a:cubicBezTo>
                  <a:cubicBezTo>
                    <a:pt x="1788" y="268"/>
                    <a:pt x="1749" y="201"/>
                    <a:pt x="1695" y="150"/>
                  </a:cubicBezTo>
                  <a:cubicBezTo>
                    <a:pt x="1640" y="99"/>
                    <a:pt x="1570" y="62"/>
                    <a:pt x="1482" y="40"/>
                  </a:cubicBezTo>
                  <a:cubicBezTo>
                    <a:pt x="1395" y="18"/>
                    <a:pt x="1287" y="7"/>
                    <a:pt x="1160" y="7"/>
                  </a:cubicBezTo>
                  <a:close/>
                  <a:moveTo>
                    <a:pt x="3945" y="1306"/>
                  </a:moveTo>
                  <a:cubicBezTo>
                    <a:pt x="3945" y="1209"/>
                    <a:pt x="3932" y="1137"/>
                    <a:pt x="3906" y="1090"/>
                  </a:cubicBezTo>
                  <a:cubicBezTo>
                    <a:pt x="3880" y="1044"/>
                    <a:pt x="3845" y="1012"/>
                    <a:pt x="3799" y="995"/>
                  </a:cubicBezTo>
                  <a:cubicBezTo>
                    <a:pt x="3851" y="961"/>
                    <a:pt x="3886" y="918"/>
                    <a:pt x="3903" y="865"/>
                  </a:cubicBezTo>
                  <a:cubicBezTo>
                    <a:pt x="3920" y="811"/>
                    <a:pt x="3929" y="738"/>
                    <a:pt x="3929" y="645"/>
                  </a:cubicBezTo>
                  <a:lnTo>
                    <a:pt x="3929" y="531"/>
                  </a:lnTo>
                  <a:cubicBezTo>
                    <a:pt x="3929" y="437"/>
                    <a:pt x="3918" y="356"/>
                    <a:pt x="3896" y="289"/>
                  </a:cubicBezTo>
                  <a:cubicBezTo>
                    <a:pt x="3874" y="222"/>
                    <a:pt x="3838" y="168"/>
                    <a:pt x="3789" y="126"/>
                  </a:cubicBezTo>
                  <a:cubicBezTo>
                    <a:pt x="3741" y="85"/>
                    <a:pt x="3678" y="54"/>
                    <a:pt x="3603" y="35"/>
                  </a:cubicBezTo>
                  <a:cubicBezTo>
                    <a:pt x="3527" y="16"/>
                    <a:pt x="3437" y="7"/>
                    <a:pt x="3331" y="7"/>
                  </a:cubicBezTo>
                  <a:lnTo>
                    <a:pt x="2114" y="7"/>
                  </a:lnTo>
                  <a:lnTo>
                    <a:pt x="2114" y="1647"/>
                  </a:lnTo>
                  <a:lnTo>
                    <a:pt x="2509" y="1647"/>
                  </a:lnTo>
                  <a:lnTo>
                    <a:pt x="2509" y="1158"/>
                  </a:lnTo>
                  <a:lnTo>
                    <a:pt x="3284" y="1158"/>
                  </a:lnTo>
                  <a:cubicBezTo>
                    <a:pt x="3375" y="1158"/>
                    <a:pt x="3442" y="1177"/>
                    <a:pt x="3486" y="1214"/>
                  </a:cubicBezTo>
                  <a:cubicBezTo>
                    <a:pt x="3529" y="1252"/>
                    <a:pt x="3551" y="1311"/>
                    <a:pt x="3551" y="1392"/>
                  </a:cubicBezTo>
                  <a:lnTo>
                    <a:pt x="3551" y="1647"/>
                  </a:lnTo>
                  <a:lnTo>
                    <a:pt x="3945" y="1647"/>
                  </a:lnTo>
                  <a:lnTo>
                    <a:pt x="3945" y="1306"/>
                  </a:lnTo>
                  <a:close/>
                  <a:moveTo>
                    <a:pt x="3537" y="602"/>
                  </a:moveTo>
                  <a:cubicBezTo>
                    <a:pt x="3537" y="664"/>
                    <a:pt x="3523" y="707"/>
                    <a:pt x="3495" y="731"/>
                  </a:cubicBezTo>
                  <a:cubicBezTo>
                    <a:pt x="3468" y="756"/>
                    <a:pt x="3419" y="768"/>
                    <a:pt x="3350" y="768"/>
                  </a:cubicBezTo>
                  <a:lnTo>
                    <a:pt x="2502" y="768"/>
                  </a:lnTo>
                  <a:lnTo>
                    <a:pt x="2502" y="399"/>
                  </a:lnTo>
                  <a:lnTo>
                    <a:pt x="3340" y="399"/>
                  </a:lnTo>
                  <a:cubicBezTo>
                    <a:pt x="3415" y="399"/>
                    <a:pt x="3466" y="411"/>
                    <a:pt x="3494" y="436"/>
                  </a:cubicBezTo>
                  <a:cubicBezTo>
                    <a:pt x="3522" y="460"/>
                    <a:pt x="3537" y="505"/>
                    <a:pt x="3537" y="569"/>
                  </a:cubicBezTo>
                  <a:lnTo>
                    <a:pt x="3537" y="602"/>
                  </a:lnTo>
                  <a:close/>
                  <a:moveTo>
                    <a:pt x="4940" y="7"/>
                  </a:moveTo>
                  <a:lnTo>
                    <a:pt x="4094" y="1647"/>
                  </a:lnTo>
                  <a:lnTo>
                    <a:pt x="4553" y="1647"/>
                  </a:lnTo>
                  <a:lnTo>
                    <a:pt x="4753" y="1252"/>
                  </a:lnTo>
                  <a:lnTo>
                    <a:pt x="5748" y="1252"/>
                  </a:lnTo>
                  <a:lnTo>
                    <a:pt x="5947" y="1647"/>
                  </a:lnTo>
                  <a:lnTo>
                    <a:pt x="6407" y="1647"/>
                  </a:lnTo>
                  <a:lnTo>
                    <a:pt x="5562" y="7"/>
                  </a:lnTo>
                  <a:lnTo>
                    <a:pt x="4940" y="7"/>
                  </a:lnTo>
                  <a:close/>
                  <a:moveTo>
                    <a:pt x="5266" y="314"/>
                  </a:moveTo>
                  <a:lnTo>
                    <a:pt x="5578" y="924"/>
                  </a:lnTo>
                  <a:lnTo>
                    <a:pt x="4924" y="924"/>
                  </a:lnTo>
                  <a:lnTo>
                    <a:pt x="5247" y="314"/>
                  </a:lnTo>
                  <a:lnTo>
                    <a:pt x="5266" y="314"/>
                  </a:lnTo>
                  <a:close/>
                  <a:moveTo>
                    <a:pt x="7544" y="361"/>
                  </a:moveTo>
                  <a:cubicBezTo>
                    <a:pt x="7637" y="361"/>
                    <a:pt x="7711" y="363"/>
                    <a:pt x="7767" y="367"/>
                  </a:cubicBezTo>
                  <a:cubicBezTo>
                    <a:pt x="7823" y="371"/>
                    <a:pt x="7866" y="379"/>
                    <a:pt x="7897" y="390"/>
                  </a:cubicBezTo>
                  <a:cubicBezTo>
                    <a:pt x="7928" y="401"/>
                    <a:pt x="7949" y="416"/>
                    <a:pt x="7960" y="436"/>
                  </a:cubicBezTo>
                  <a:cubicBezTo>
                    <a:pt x="7971" y="455"/>
                    <a:pt x="7976" y="481"/>
                    <a:pt x="7976" y="513"/>
                  </a:cubicBezTo>
                  <a:lnTo>
                    <a:pt x="8383" y="513"/>
                  </a:lnTo>
                  <a:cubicBezTo>
                    <a:pt x="8383" y="416"/>
                    <a:pt x="8370" y="335"/>
                    <a:pt x="8346" y="269"/>
                  </a:cubicBezTo>
                  <a:cubicBezTo>
                    <a:pt x="8322" y="203"/>
                    <a:pt x="8278" y="150"/>
                    <a:pt x="8215" y="111"/>
                  </a:cubicBezTo>
                  <a:cubicBezTo>
                    <a:pt x="8152" y="72"/>
                    <a:pt x="8067" y="43"/>
                    <a:pt x="7960" y="26"/>
                  </a:cubicBezTo>
                  <a:cubicBezTo>
                    <a:pt x="7853" y="8"/>
                    <a:pt x="7716" y="0"/>
                    <a:pt x="7549" y="0"/>
                  </a:cubicBezTo>
                  <a:lnTo>
                    <a:pt x="7189" y="0"/>
                  </a:lnTo>
                  <a:cubicBezTo>
                    <a:pt x="7035" y="0"/>
                    <a:pt x="6909" y="11"/>
                    <a:pt x="6810" y="34"/>
                  </a:cubicBezTo>
                  <a:cubicBezTo>
                    <a:pt x="6712" y="57"/>
                    <a:pt x="6634" y="96"/>
                    <a:pt x="6577" y="152"/>
                  </a:cubicBezTo>
                  <a:cubicBezTo>
                    <a:pt x="6521" y="208"/>
                    <a:pt x="6482" y="283"/>
                    <a:pt x="6461" y="378"/>
                  </a:cubicBezTo>
                  <a:cubicBezTo>
                    <a:pt x="6439" y="472"/>
                    <a:pt x="6429" y="591"/>
                    <a:pt x="6429" y="735"/>
                  </a:cubicBezTo>
                  <a:lnTo>
                    <a:pt x="6429" y="990"/>
                  </a:lnTo>
                  <a:cubicBezTo>
                    <a:pt x="6429" y="1119"/>
                    <a:pt x="6440" y="1226"/>
                    <a:pt x="6464" y="1311"/>
                  </a:cubicBezTo>
                  <a:cubicBezTo>
                    <a:pt x="6488" y="1396"/>
                    <a:pt x="6528" y="1464"/>
                    <a:pt x="6586" y="1513"/>
                  </a:cubicBezTo>
                  <a:cubicBezTo>
                    <a:pt x="6643" y="1563"/>
                    <a:pt x="6720" y="1597"/>
                    <a:pt x="6816" y="1617"/>
                  </a:cubicBezTo>
                  <a:cubicBezTo>
                    <a:pt x="6912" y="1637"/>
                    <a:pt x="7033" y="1647"/>
                    <a:pt x="7180" y="1647"/>
                  </a:cubicBezTo>
                  <a:lnTo>
                    <a:pt x="7589" y="1647"/>
                  </a:lnTo>
                  <a:cubicBezTo>
                    <a:pt x="7749" y="1647"/>
                    <a:pt x="7881" y="1637"/>
                    <a:pt x="7983" y="1618"/>
                  </a:cubicBezTo>
                  <a:cubicBezTo>
                    <a:pt x="8086" y="1599"/>
                    <a:pt x="8166" y="1566"/>
                    <a:pt x="8226" y="1517"/>
                  </a:cubicBezTo>
                  <a:cubicBezTo>
                    <a:pt x="8285" y="1468"/>
                    <a:pt x="8325" y="1401"/>
                    <a:pt x="8348" y="1316"/>
                  </a:cubicBezTo>
                  <a:cubicBezTo>
                    <a:pt x="8371" y="1231"/>
                    <a:pt x="8383" y="1121"/>
                    <a:pt x="8383" y="987"/>
                  </a:cubicBezTo>
                  <a:lnTo>
                    <a:pt x="8383" y="659"/>
                  </a:lnTo>
                  <a:lnTo>
                    <a:pt x="7383" y="659"/>
                  </a:lnTo>
                  <a:lnTo>
                    <a:pt x="7383" y="978"/>
                  </a:lnTo>
                  <a:lnTo>
                    <a:pt x="7979" y="978"/>
                  </a:lnTo>
                  <a:lnTo>
                    <a:pt x="7979" y="1101"/>
                  </a:lnTo>
                  <a:cubicBezTo>
                    <a:pt x="7979" y="1139"/>
                    <a:pt x="7973" y="1170"/>
                    <a:pt x="7962" y="1195"/>
                  </a:cubicBezTo>
                  <a:cubicBezTo>
                    <a:pt x="7951" y="1221"/>
                    <a:pt x="7929" y="1240"/>
                    <a:pt x="7897" y="1254"/>
                  </a:cubicBezTo>
                  <a:cubicBezTo>
                    <a:pt x="7865" y="1269"/>
                    <a:pt x="7820" y="1278"/>
                    <a:pt x="7762" y="1284"/>
                  </a:cubicBezTo>
                  <a:cubicBezTo>
                    <a:pt x="7705" y="1289"/>
                    <a:pt x="7630" y="1292"/>
                    <a:pt x="7539" y="1292"/>
                  </a:cubicBezTo>
                  <a:lnTo>
                    <a:pt x="7218" y="1292"/>
                  </a:lnTo>
                  <a:cubicBezTo>
                    <a:pt x="7133" y="1292"/>
                    <a:pt x="7064" y="1287"/>
                    <a:pt x="7012" y="1277"/>
                  </a:cubicBezTo>
                  <a:cubicBezTo>
                    <a:pt x="6960" y="1267"/>
                    <a:pt x="6920" y="1249"/>
                    <a:pt x="6892" y="1223"/>
                  </a:cubicBezTo>
                  <a:cubicBezTo>
                    <a:pt x="6863" y="1197"/>
                    <a:pt x="6844" y="1160"/>
                    <a:pt x="6835" y="1114"/>
                  </a:cubicBezTo>
                  <a:cubicBezTo>
                    <a:pt x="6826" y="1067"/>
                    <a:pt x="6821" y="1007"/>
                    <a:pt x="6821" y="933"/>
                  </a:cubicBezTo>
                  <a:lnTo>
                    <a:pt x="6821" y="761"/>
                  </a:lnTo>
                  <a:cubicBezTo>
                    <a:pt x="6821" y="672"/>
                    <a:pt x="6827" y="602"/>
                    <a:pt x="6839" y="549"/>
                  </a:cubicBezTo>
                  <a:cubicBezTo>
                    <a:pt x="6850" y="496"/>
                    <a:pt x="6872" y="456"/>
                    <a:pt x="6902" y="429"/>
                  </a:cubicBezTo>
                  <a:cubicBezTo>
                    <a:pt x="6933" y="401"/>
                    <a:pt x="6975" y="383"/>
                    <a:pt x="7029" y="374"/>
                  </a:cubicBezTo>
                  <a:cubicBezTo>
                    <a:pt x="7082" y="366"/>
                    <a:pt x="7151" y="361"/>
                    <a:pt x="7234" y="361"/>
                  </a:cubicBezTo>
                  <a:lnTo>
                    <a:pt x="7544" y="361"/>
                  </a:lnTo>
                  <a:close/>
                  <a:moveTo>
                    <a:pt x="9290" y="7"/>
                  </a:moveTo>
                  <a:lnTo>
                    <a:pt x="8444" y="1647"/>
                  </a:lnTo>
                  <a:lnTo>
                    <a:pt x="8902" y="1647"/>
                  </a:lnTo>
                  <a:lnTo>
                    <a:pt x="9103" y="1252"/>
                  </a:lnTo>
                  <a:lnTo>
                    <a:pt x="10098" y="1252"/>
                  </a:lnTo>
                  <a:lnTo>
                    <a:pt x="10296" y="1647"/>
                  </a:lnTo>
                  <a:lnTo>
                    <a:pt x="10757" y="1647"/>
                  </a:lnTo>
                  <a:lnTo>
                    <a:pt x="9911" y="7"/>
                  </a:lnTo>
                  <a:lnTo>
                    <a:pt x="9290" y="7"/>
                  </a:lnTo>
                  <a:close/>
                  <a:moveTo>
                    <a:pt x="9616" y="314"/>
                  </a:moveTo>
                  <a:lnTo>
                    <a:pt x="9928" y="924"/>
                  </a:lnTo>
                  <a:lnTo>
                    <a:pt x="9273" y="924"/>
                  </a:lnTo>
                  <a:lnTo>
                    <a:pt x="9597" y="314"/>
                  </a:lnTo>
                  <a:lnTo>
                    <a:pt x="9616" y="3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latin typeface="Segoe UI Light"/>
              </a:endParaRPr>
            </a:p>
          </p:txBody>
        </p:sp>
      </p:grpSp>
    </p:spTree>
    <p:extLst>
      <p:ext uri="{BB962C8B-B14F-4D97-AF65-F5344CB8AC3E}">
        <p14:creationId xmlns:p14="http://schemas.microsoft.com/office/powerpoint/2010/main" val="254105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200"/>
                                  </p:stCondLst>
                                  <p:childTnLst>
                                    <p:set>
                                      <p:cBhvr>
                                        <p:cTn id="6" dur="1" fill="hold">
                                          <p:stCondLst>
                                            <p:cond delay="0"/>
                                          </p:stCondLst>
                                        </p:cTn>
                                        <p:tgtEl>
                                          <p:spTgt spid="3"/>
                                        </p:tgtEl>
                                        <p:attrNameLst>
                                          <p:attrName>style.visibility</p:attrName>
                                        </p:attrNameLst>
                                      </p:cBhvr>
                                      <p:to>
                                        <p:strVal val="visible"/>
                                      </p:to>
                                    </p:set>
                                  </p:childTnLst>
                                </p:cTn>
                              </p:par>
                              <p:par>
                                <p:cTn id="7" presetID="0" presetClass="path" presetSubtype="0" decel="100000" fill="hold" nodeType="withEffect">
                                  <p:stCondLst>
                                    <p:cond delay="200"/>
                                  </p:stCondLst>
                                  <p:childTnLst>
                                    <p:animMotion origin="layout" path="M 0 0 L 1.2158 -1.29379 " pathEditMode="relative" ptsTypes="AA">
                                      <p:cBhvr>
                                        <p:cTn id="8" dur="750" spd="-100000" fill="hold"/>
                                        <p:tgtEl>
                                          <p:spTgt spid="3"/>
                                        </p:tgtEl>
                                        <p:attrNameLst>
                                          <p:attrName>ppt_x</p:attrName>
                                          <p:attrName>ppt_y</p:attrName>
                                        </p:attrNameLst>
                                      </p:cBhvr>
                                    </p:animMotion>
                                  </p:childTnLst>
                                </p:cTn>
                              </p:par>
                              <p:par>
                                <p:cTn id="9" presetID="32" presetClass="emph" presetSubtype="0" fill="hold" nodeType="withEffect">
                                  <p:stCondLst>
                                    <p:cond delay="200"/>
                                  </p:stCondLst>
                                  <p:childTnLst>
                                    <p:animRot by="120000">
                                      <p:cBhvr>
                                        <p:cTn id="10" dur="75" fill="hold">
                                          <p:stCondLst>
                                            <p:cond delay="0"/>
                                          </p:stCondLst>
                                        </p:cTn>
                                        <p:tgtEl>
                                          <p:spTgt spid="3"/>
                                        </p:tgtEl>
                                        <p:attrNameLst>
                                          <p:attrName>r</p:attrName>
                                        </p:attrNameLst>
                                      </p:cBhvr>
                                    </p:animRot>
                                    <p:animRot by="-240000">
                                      <p:cBhvr>
                                        <p:cTn id="11" dur="150" fill="hold">
                                          <p:stCondLst>
                                            <p:cond delay="150"/>
                                          </p:stCondLst>
                                        </p:cTn>
                                        <p:tgtEl>
                                          <p:spTgt spid="3"/>
                                        </p:tgtEl>
                                        <p:attrNameLst>
                                          <p:attrName>r</p:attrName>
                                        </p:attrNameLst>
                                      </p:cBhvr>
                                    </p:animRot>
                                    <p:animRot by="240000">
                                      <p:cBhvr>
                                        <p:cTn id="12" dur="150" fill="hold">
                                          <p:stCondLst>
                                            <p:cond delay="300"/>
                                          </p:stCondLst>
                                        </p:cTn>
                                        <p:tgtEl>
                                          <p:spTgt spid="3"/>
                                        </p:tgtEl>
                                        <p:attrNameLst>
                                          <p:attrName>r</p:attrName>
                                        </p:attrNameLst>
                                      </p:cBhvr>
                                    </p:animRot>
                                    <p:animRot by="-240000">
                                      <p:cBhvr>
                                        <p:cTn id="13" dur="150" fill="hold">
                                          <p:stCondLst>
                                            <p:cond delay="450"/>
                                          </p:stCondLst>
                                        </p:cTn>
                                        <p:tgtEl>
                                          <p:spTgt spid="3"/>
                                        </p:tgtEl>
                                        <p:attrNameLst>
                                          <p:attrName>r</p:attrName>
                                        </p:attrNameLst>
                                      </p:cBhvr>
                                    </p:animRot>
                                    <p:animRot by="120000">
                                      <p:cBhvr>
                                        <p:cTn id="14" dur="150" fill="hold">
                                          <p:stCondLst>
                                            <p:cond delay="600"/>
                                          </p:stCondLst>
                                        </p:cTn>
                                        <p:tgtEl>
                                          <p:spTgt spid="3"/>
                                        </p:tgtEl>
                                        <p:attrNameLst>
                                          <p:attrName>r</p:attrName>
                                        </p:attrNameLst>
                                      </p:cBhvr>
                                    </p:animRot>
                                  </p:childTnLst>
                                </p:cTn>
                              </p:par>
                              <p:par>
                                <p:cTn id="15" presetID="1" presetClass="entr" presetSubtype="0" fill="hold" nodeType="withEffect">
                                  <p:stCondLst>
                                    <p:cond delay="100"/>
                                  </p:stCondLst>
                                  <p:childTnLst>
                                    <p:set>
                                      <p:cBhvr>
                                        <p:cTn id="16" dur="1" fill="hold">
                                          <p:stCondLst>
                                            <p:cond delay="0"/>
                                          </p:stCondLst>
                                        </p:cTn>
                                        <p:tgtEl>
                                          <p:spTgt spid="12"/>
                                        </p:tgtEl>
                                        <p:attrNameLst>
                                          <p:attrName>style.visibility</p:attrName>
                                        </p:attrNameLst>
                                      </p:cBhvr>
                                      <p:to>
                                        <p:strVal val="visible"/>
                                      </p:to>
                                    </p:set>
                                  </p:childTnLst>
                                </p:cTn>
                              </p:par>
                              <p:par>
                                <p:cTn id="17" presetID="0" presetClass="path" presetSubtype="0" decel="100000" fill="hold" nodeType="withEffect">
                                  <p:stCondLst>
                                    <p:cond delay="100"/>
                                  </p:stCondLst>
                                  <p:childTnLst>
                                    <p:animMotion origin="layout" path="M 0 0 L 1.2158 -1.29379 " pathEditMode="relative" ptsTypes="AA">
                                      <p:cBhvr>
                                        <p:cTn id="18" dur="750" spd="-100000" fill="hold"/>
                                        <p:tgtEl>
                                          <p:spTgt spid="12"/>
                                        </p:tgtEl>
                                        <p:attrNameLst>
                                          <p:attrName>ppt_x</p:attrName>
                                          <p:attrName>ppt_y</p:attrName>
                                        </p:attrNameLst>
                                      </p:cBhvr>
                                    </p:animMotion>
                                  </p:childTnLst>
                                </p:cTn>
                              </p:par>
                              <p:par>
                                <p:cTn id="19" presetID="32" presetClass="emph" presetSubtype="0" fill="hold" nodeType="withEffect">
                                  <p:stCondLst>
                                    <p:cond delay="100"/>
                                  </p:stCondLst>
                                  <p:childTnLst>
                                    <p:animRot by="120000">
                                      <p:cBhvr>
                                        <p:cTn id="20" dur="75" fill="hold">
                                          <p:stCondLst>
                                            <p:cond delay="0"/>
                                          </p:stCondLst>
                                        </p:cTn>
                                        <p:tgtEl>
                                          <p:spTgt spid="12"/>
                                        </p:tgtEl>
                                        <p:attrNameLst>
                                          <p:attrName>r</p:attrName>
                                        </p:attrNameLst>
                                      </p:cBhvr>
                                    </p:animRot>
                                    <p:animRot by="-240000">
                                      <p:cBhvr>
                                        <p:cTn id="21" dur="150" fill="hold">
                                          <p:stCondLst>
                                            <p:cond delay="150"/>
                                          </p:stCondLst>
                                        </p:cTn>
                                        <p:tgtEl>
                                          <p:spTgt spid="12"/>
                                        </p:tgtEl>
                                        <p:attrNameLst>
                                          <p:attrName>r</p:attrName>
                                        </p:attrNameLst>
                                      </p:cBhvr>
                                    </p:animRot>
                                    <p:animRot by="240000">
                                      <p:cBhvr>
                                        <p:cTn id="22" dur="150" fill="hold">
                                          <p:stCondLst>
                                            <p:cond delay="300"/>
                                          </p:stCondLst>
                                        </p:cTn>
                                        <p:tgtEl>
                                          <p:spTgt spid="12"/>
                                        </p:tgtEl>
                                        <p:attrNameLst>
                                          <p:attrName>r</p:attrName>
                                        </p:attrNameLst>
                                      </p:cBhvr>
                                    </p:animRot>
                                    <p:animRot by="-240000">
                                      <p:cBhvr>
                                        <p:cTn id="23" dur="150" fill="hold">
                                          <p:stCondLst>
                                            <p:cond delay="450"/>
                                          </p:stCondLst>
                                        </p:cTn>
                                        <p:tgtEl>
                                          <p:spTgt spid="12"/>
                                        </p:tgtEl>
                                        <p:attrNameLst>
                                          <p:attrName>r</p:attrName>
                                        </p:attrNameLst>
                                      </p:cBhvr>
                                    </p:animRot>
                                    <p:animRot by="120000">
                                      <p:cBhvr>
                                        <p:cTn id="24" dur="150" fill="hold">
                                          <p:stCondLst>
                                            <p:cond delay="600"/>
                                          </p:stCondLst>
                                        </p:cTn>
                                        <p:tgtEl>
                                          <p:spTgt spid="12"/>
                                        </p:tgtEl>
                                        <p:attrNameLst>
                                          <p:attrName>r</p:attrName>
                                        </p:attrNameLst>
                                      </p:cBhvr>
                                    </p:animRot>
                                  </p:childTnLst>
                                </p:cTn>
                              </p:par>
                              <p:par>
                                <p:cTn id="25" presetID="1" presetClass="entr" presetSubtype="0" fill="hold" nodeType="withEffect">
                                  <p:stCondLst>
                                    <p:cond delay="200"/>
                                  </p:stCondLst>
                                  <p:childTnLst>
                                    <p:set>
                                      <p:cBhvr>
                                        <p:cTn id="26" dur="1" fill="hold">
                                          <p:stCondLst>
                                            <p:cond delay="0"/>
                                          </p:stCondLst>
                                        </p:cTn>
                                        <p:tgtEl>
                                          <p:spTgt spid="20"/>
                                        </p:tgtEl>
                                        <p:attrNameLst>
                                          <p:attrName>style.visibility</p:attrName>
                                        </p:attrNameLst>
                                      </p:cBhvr>
                                      <p:to>
                                        <p:strVal val="visible"/>
                                      </p:to>
                                    </p:set>
                                  </p:childTnLst>
                                </p:cTn>
                              </p:par>
                              <p:par>
                                <p:cTn id="27" presetID="0" presetClass="path" presetSubtype="0" decel="100000" fill="hold" nodeType="withEffect">
                                  <p:stCondLst>
                                    <p:cond delay="200"/>
                                  </p:stCondLst>
                                  <p:childTnLst>
                                    <p:animMotion origin="layout" path="M 0 0 L 1.2158 -1.29379 " pathEditMode="relative" ptsTypes="AA">
                                      <p:cBhvr>
                                        <p:cTn id="28" dur="750" spd="-100000" fill="hold"/>
                                        <p:tgtEl>
                                          <p:spTgt spid="20"/>
                                        </p:tgtEl>
                                        <p:attrNameLst>
                                          <p:attrName>ppt_x</p:attrName>
                                          <p:attrName>ppt_y</p:attrName>
                                        </p:attrNameLst>
                                      </p:cBhvr>
                                    </p:animMotion>
                                  </p:childTnLst>
                                </p:cTn>
                              </p:par>
                              <p:par>
                                <p:cTn id="29" presetID="32" presetClass="emph" presetSubtype="0" fill="hold" nodeType="withEffect">
                                  <p:stCondLst>
                                    <p:cond delay="200"/>
                                  </p:stCondLst>
                                  <p:childTnLst>
                                    <p:animRot by="120000">
                                      <p:cBhvr>
                                        <p:cTn id="30" dur="75" fill="hold">
                                          <p:stCondLst>
                                            <p:cond delay="0"/>
                                          </p:stCondLst>
                                        </p:cTn>
                                        <p:tgtEl>
                                          <p:spTgt spid="20"/>
                                        </p:tgtEl>
                                        <p:attrNameLst>
                                          <p:attrName>r</p:attrName>
                                        </p:attrNameLst>
                                      </p:cBhvr>
                                    </p:animRot>
                                    <p:animRot by="-240000">
                                      <p:cBhvr>
                                        <p:cTn id="31" dur="150" fill="hold">
                                          <p:stCondLst>
                                            <p:cond delay="150"/>
                                          </p:stCondLst>
                                        </p:cTn>
                                        <p:tgtEl>
                                          <p:spTgt spid="20"/>
                                        </p:tgtEl>
                                        <p:attrNameLst>
                                          <p:attrName>r</p:attrName>
                                        </p:attrNameLst>
                                      </p:cBhvr>
                                    </p:animRot>
                                    <p:animRot by="240000">
                                      <p:cBhvr>
                                        <p:cTn id="32" dur="150" fill="hold">
                                          <p:stCondLst>
                                            <p:cond delay="300"/>
                                          </p:stCondLst>
                                        </p:cTn>
                                        <p:tgtEl>
                                          <p:spTgt spid="20"/>
                                        </p:tgtEl>
                                        <p:attrNameLst>
                                          <p:attrName>r</p:attrName>
                                        </p:attrNameLst>
                                      </p:cBhvr>
                                    </p:animRot>
                                    <p:animRot by="-240000">
                                      <p:cBhvr>
                                        <p:cTn id="33" dur="150" fill="hold">
                                          <p:stCondLst>
                                            <p:cond delay="450"/>
                                          </p:stCondLst>
                                        </p:cTn>
                                        <p:tgtEl>
                                          <p:spTgt spid="20"/>
                                        </p:tgtEl>
                                        <p:attrNameLst>
                                          <p:attrName>r</p:attrName>
                                        </p:attrNameLst>
                                      </p:cBhvr>
                                    </p:animRot>
                                    <p:animRot by="120000">
                                      <p:cBhvr>
                                        <p:cTn id="34" dur="150" fill="hold">
                                          <p:stCondLst>
                                            <p:cond delay="600"/>
                                          </p:stCondLst>
                                        </p:cTn>
                                        <p:tgtEl>
                                          <p:spTgt spid="20"/>
                                        </p:tgtEl>
                                        <p:attrNameLst>
                                          <p:attrName>r</p:attrName>
                                        </p:attrNameLst>
                                      </p:cBhvr>
                                    </p:animRot>
                                  </p:childTnLst>
                                </p:cTn>
                              </p:par>
                              <p:par>
                                <p:cTn id="35" presetID="1" presetClass="entr" presetSubtype="0" fill="hold" nodeType="withEffect">
                                  <p:stCondLst>
                                    <p:cond delay="100"/>
                                  </p:stCondLst>
                                  <p:childTnLst>
                                    <p:set>
                                      <p:cBhvr>
                                        <p:cTn id="36" dur="1" fill="hold">
                                          <p:stCondLst>
                                            <p:cond delay="0"/>
                                          </p:stCondLst>
                                        </p:cTn>
                                        <p:tgtEl>
                                          <p:spTgt spid="28"/>
                                        </p:tgtEl>
                                        <p:attrNameLst>
                                          <p:attrName>style.visibility</p:attrName>
                                        </p:attrNameLst>
                                      </p:cBhvr>
                                      <p:to>
                                        <p:strVal val="visible"/>
                                      </p:to>
                                    </p:set>
                                  </p:childTnLst>
                                </p:cTn>
                              </p:par>
                              <p:par>
                                <p:cTn id="37" presetID="0" presetClass="path" presetSubtype="0" decel="100000" fill="hold" nodeType="withEffect">
                                  <p:stCondLst>
                                    <p:cond delay="100"/>
                                  </p:stCondLst>
                                  <p:childTnLst>
                                    <p:animMotion origin="layout" path="M 0 0 L 1.2158 -1.29379 " pathEditMode="relative" ptsTypes="AA">
                                      <p:cBhvr>
                                        <p:cTn id="38" dur="750" spd="-100000" fill="hold"/>
                                        <p:tgtEl>
                                          <p:spTgt spid="28"/>
                                        </p:tgtEl>
                                        <p:attrNameLst>
                                          <p:attrName>ppt_x</p:attrName>
                                          <p:attrName>ppt_y</p:attrName>
                                        </p:attrNameLst>
                                      </p:cBhvr>
                                    </p:animMotion>
                                  </p:childTnLst>
                                </p:cTn>
                              </p:par>
                              <p:par>
                                <p:cTn id="39" presetID="32" presetClass="emph" presetSubtype="0" fill="hold" nodeType="withEffect">
                                  <p:stCondLst>
                                    <p:cond delay="100"/>
                                  </p:stCondLst>
                                  <p:childTnLst>
                                    <p:animRot by="120000">
                                      <p:cBhvr>
                                        <p:cTn id="40" dur="75" fill="hold">
                                          <p:stCondLst>
                                            <p:cond delay="0"/>
                                          </p:stCondLst>
                                        </p:cTn>
                                        <p:tgtEl>
                                          <p:spTgt spid="28"/>
                                        </p:tgtEl>
                                        <p:attrNameLst>
                                          <p:attrName>r</p:attrName>
                                        </p:attrNameLst>
                                      </p:cBhvr>
                                    </p:animRot>
                                    <p:animRot by="-240000">
                                      <p:cBhvr>
                                        <p:cTn id="41" dur="150" fill="hold">
                                          <p:stCondLst>
                                            <p:cond delay="150"/>
                                          </p:stCondLst>
                                        </p:cTn>
                                        <p:tgtEl>
                                          <p:spTgt spid="28"/>
                                        </p:tgtEl>
                                        <p:attrNameLst>
                                          <p:attrName>r</p:attrName>
                                        </p:attrNameLst>
                                      </p:cBhvr>
                                    </p:animRot>
                                    <p:animRot by="240000">
                                      <p:cBhvr>
                                        <p:cTn id="42" dur="150" fill="hold">
                                          <p:stCondLst>
                                            <p:cond delay="300"/>
                                          </p:stCondLst>
                                        </p:cTn>
                                        <p:tgtEl>
                                          <p:spTgt spid="28"/>
                                        </p:tgtEl>
                                        <p:attrNameLst>
                                          <p:attrName>r</p:attrName>
                                        </p:attrNameLst>
                                      </p:cBhvr>
                                    </p:animRot>
                                    <p:animRot by="-240000">
                                      <p:cBhvr>
                                        <p:cTn id="43" dur="150" fill="hold">
                                          <p:stCondLst>
                                            <p:cond delay="450"/>
                                          </p:stCondLst>
                                        </p:cTn>
                                        <p:tgtEl>
                                          <p:spTgt spid="28"/>
                                        </p:tgtEl>
                                        <p:attrNameLst>
                                          <p:attrName>r</p:attrName>
                                        </p:attrNameLst>
                                      </p:cBhvr>
                                    </p:animRot>
                                    <p:animRot by="120000">
                                      <p:cBhvr>
                                        <p:cTn id="44" dur="150" fill="hold">
                                          <p:stCondLst>
                                            <p:cond delay="600"/>
                                          </p:stCondLst>
                                        </p:cTn>
                                        <p:tgtEl>
                                          <p:spTgt spid="28"/>
                                        </p:tgtEl>
                                        <p:attrNameLst>
                                          <p:attrName>r</p:attrName>
                                        </p:attrNameLst>
                                      </p:cBhvr>
                                    </p:animRot>
                                  </p:childTnLst>
                                </p:cTn>
                              </p:par>
                              <p:par>
                                <p:cTn id="45" presetID="1" presetClass="entr" presetSubtype="0" fill="hold" nodeType="withEffect">
                                  <p:stCondLst>
                                    <p:cond delay="200"/>
                                  </p:stCondLst>
                                  <p:childTnLst>
                                    <p:set>
                                      <p:cBhvr>
                                        <p:cTn id="46" dur="1" fill="hold">
                                          <p:stCondLst>
                                            <p:cond delay="0"/>
                                          </p:stCondLst>
                                        </p:cTn>
                                        <p:tgtEl>
                                          <p:spTgt spid="34"/>
                                        </p:tgtEl>
                                        <p:attrNameLst>
                                          <p:attrName>style.visibility</p:attrName>
                                        </p:attrNameLst>
                                      </p:cBhvr>
                                      <p:to>
                                        <p:strVal val="visible"/>
                                      </p:to>
                                    </p:set>
                                  </p:childTnLst>
                                </p:cTn>
                              </p:par>
                              <p:par>
                                <p:cTn id="47" presetID="0" presetClass="path" presetSubtype="0" decel="100000" fill="hold" nodeType="withEffect">
                                  <p:stCondLst>
                                    <p:cond delay="200"/>
                                  </p:stCondLst>
                                  <p:childTnLst>
                                    <p:animMotion origin="layout" path="M 0 0 L 1.2158 -1.29379 " pathEditMode="relative" ptsTypes="AA">
                                      <p:cBhvr>
                                        <p:cTn id="48" dur="750" spd="-100000" fill="hold"/>
                                        <p:tgtEl>
                                          <p:spTgt spid="34"/>
                                        </p:tgtEl>
                                        <p:attrNameLst>
                                          <p:attrName>ppt_x</p:attrName>
                                          <p:attrName>ppt_y</p:attrName>
                                        </p:attrNameLst>
                                      </p:cBhvr>
                                    </p:animMotion>
                                  </p:childTnLst>
                                </p:cTn>
                              </p:par>
                              <p:par>
                                <p:cTn id="49" presetID="32" presetClass="emph" presetSubtype="0" fill="hold" nodeType="withEffect">
                                  <p:stCondLst>
                                    <p:cond delay="200"/>
                                  </p:stCondLst>
                                  <p:childTnLst>
                                    <p:animRot by="120000">
                                      <p:cBhvr>
                                        <p:cTn id="50" dur="75" fill="hold">
                                          <p:stCondLst>
                                            <p:cond delay="0"/>
                                          </p:stCondLst>
                                        </p:cTn>
                                        <p:tgtEl>
                                          <p:spTgt spid="34"/>
                                        </p:tgtEl>
                                        <p:attrNameLst>
                                          <p:attrName>r</p:attrName>
                                        </p:attrNameLst>
                                      </p:cBhvr>
                                    </p:animRot>
                                    <p:animRot by="-240000">
                                      <p:cBhvr>
                                        <p:cTn id="51" dur="150" fill="hold">
                                          <p:stCondLst>
                                            <p:cond delay="150"/>
                                          </p:stCondLst>
                                        </p:cTn>
                                        <p:tgtEl>
                                          <p:spTgt spid="34"/>
                                        </p:tgtEl>
                                        <p:attrNameLst>
                                          <p:attrName>r</p:attrName>
                                        </p:attrNameLst>
                                      </p:cBhvr>
                                    </p:animRot>
                                    <p:animRot by="240000">
                                      <p:cBhvr>
                                        <p:cTn id="52" dur="150" fill="hold">
                                          <p:stCondLst>
                                            <p:cond delay="300"/>
                                          </p:stCondLst>
                                        </p:cTn>
                                        <p:tgtEl>
                                          <p:spTgt spid="34"/>
                                        </p:tgtEl>
                                        <p:attrNameLst>
                                          <p:attrName>r</p:attrName>
                                        </p:attrNameLst>
                                      </p:cBhvr>
                                    </p:animRot>
                                    <p:animRot by="-240000">
                                      <p:cBhvr>
                                        <p:cTn id="53" dur="150" fill="hold">
                                          <p:stCondLst>
                                            <p:cond delay="450"/>
                                          </p:stCondLst>
                                        </p:cTn>
                                        <p:tgtEl>
                                          <p:spTgt spid="34"/>
                                        </p:tgtEl>
                                        <p:attrNameLst>
                                          <p:attrName>r</p:attrName>
                                        </p:attrNameLst>
                                      </p:cBhvr>
                                    </p:animRot>
                                    <p:animRot by="120000">
                                      <p:cBhvr>
                                        <p:cTn id="54" dur="150" fill="hold">
                                          <p:stCondLst>
                                            <p:cond delay="600"/>
                                          </p:stCondLst>
                                        </p:cTn>
                                        <p:tgtEl>
                                          <p:spTgt spid="34"/>
                                        </p:tgtEl>
                                        <p:attrNameLst>
                                          <p:attrName>r</p:attrName>
                                        </p:attrNameLst>
                                      </p:cBhvr>
                                    </p:animRot>
                                  </p:childTnLst>
                                </p:cTn>
                              </p:par>
                              <p:par>
                                <p:cTn id="55" presetID="1" presetClass="entr" presetSubtype="0" fill="hold" nodeType="withEffect">
                                  <p:stCondLst>
                                    <p:cond delay="300"/>
                                  </p:stCondLst>
                                  <p:childTnLst>
                                    <p:set>
                                      <p:cBhvr>
                                        <p:cTn id="56" dur="1" fill="hold">
                                          <p:stCondLst>
                                            <p:cond delay="0"/>
                                          </p:stCondLst>
                                        </p:cTn>
                                        <p:tgtEl>
                                          <p:spTgt spid="43"/>
                                        </p:tgtEl>
                                        <p:attrNameLst>
                                          <p:attrName>style.visibility</p:attrName>
                                        </p:attrNameLst>
                                      </p:cBhvr>
                                      <p:to>
                                        <p:strVal val="visible"/>
                                      </p:to>
                                    </p:set>
                                  </p:childTnLst>
                                </p:cTn>
                              </p:par>
                              <p:par>
                                <p:cTn id="57" presetID="0" presetClass="path" presetSubtype="0" decel="100000" fill="hold" nodeType="withEffect">
                                  <p:stCondLst>
                                    <p:cond delay="300"/>
                                  </p:stCondLst>
                                  <p:childTnLst>
                                    <p:animMotion origin="layout" path="M 0 0 L 1.2158 -1.29379 " pathEditMode="relative" ptsTypes="AA">
                                      <p:cBhvr>
                                        <p:cTn id="58" dur="750" spd="-100000" fill="hold"/>
                                        <p:tgtEl>
                                          <p:spTgt spid="43"/>
                                        </p:tgtEl>
                                        <p:attrNameLst>
                                          <p:attrName>ppt_x</p:attrName>
                                          <p:attrName>ppt_y</p:attrName>
                                        </p:attrNameLst>
                                      </p:cBhvr>
                                    </p:animMotion>
                                  </p:childTnLst>
                                </p:cTn>
                              </p:par>
                              <p:par>
                                <p:cTn id="59" presetID="32" presetClass="emph" presetSubtype="0" fill="hold" nodeType="withEffect">
                                  <p:stCondLst>
                                    <p:cond delay="300"/>
                                  </p:stCondLst>
                                  <p:childTnLst>
                                    <p:animRot by="120000">
                                      <p:cBhvr>
                                        <p:cTn id="60" dur="75" fill="hold">
                                          <p:stCondLst>
                                            <p:cond delay="0"/>
                                          </p:stCondLst>
                                        </p:cTn>
                                        <p:tgtEl>
                                          <p:spTgt spid="43"/>
                                        </p:tgtEl>
                                        <p:attrNameLst>
                                          <p:attrName>r</p:attrName>
                                        </p:attrNameLst>
                                      </p:cBhvr>
                                    </p:animRot>
                                    <p:animRot by="-240000">
                                      <p:cBhvr>
                                        <p:cTn id="61" dur="150" fill="hold">
                                          <p:stCondLst>
                                            <p:cond delay="150"/>
                                          </p:stCondLst>
                                        </p:cTn>
                                        <p:tgtEl>
                                          <p:spTgt spid="43"/>
                                        </p:tgtEl>
                                        <p:attrNameLst>
                                          <p:attrName>r</p:attrName>
                                        </p:attrNameLst>
                                      </p:cBhvr>
                                    </p:animRot>
                                    <p:animRot by="240000">
                                      <p:cBhvr>
                                        <p:cTn id="62" dur="150" fill="hold">
                                          <p:stCondLst>
                                            <p:cond delay="300"/>
                                          </p:stCondLst>
                                        </p:cTn>
                                        <p:tgtEl>
                                          <p:spTgt spid="43"/>
                                        </p:tgtEl>
                                        <p:attrNameLst>
                                          <p:attrName>r</p:attrName>
                                        </p:attrNameLst>
                                      </p:cBhvr>
                                    </p:animRot>
                                    <p:animRot by="-240000">
                                      <p:cBhvr>
                                        <p:cTn id="63" dur="150" fill="hold">
                                          <p:stCondLst>
                                            <p:cond delay="450"/>
                                          </p:stCondLst>
                                        </p:cTn>
                                        <p:tgtEl>
                                          <p:spTgt spid="43"/>
                                        </p:tgtEl>
                                        <p:attrNameLst>
                                          <p:attrName>r</p:attrName>
                                        </p:attrNameLst>
                                      </p:cBhvr>
                                    </p:animRot>
                                    <p:animRot by="120000">
                                      <p:cBhvr>
                                        <p:cTn id="64" dur="150" fill="hold">
                                          <p:stCondLst>
                                            <p:cond delay="600"/>
                                          </p:stCondLst>
                                        </p:cTn>
                                        <p:tgtEl>
                                          <p:spTgt spid="43"/>
                                        </p:tgtEl>
                                        <p:attrNameLst>
                                          <p:attrName>r</p:attrName>
                                        </p:attrNameLst>
                                      </p:cBhvr>
                                    </p:animRot>
                                  </p:childTnLst>
                                </p:cTn>
                              </p:par>
                              <p:par>
                                <p:cTn id="65" presetID="1" presetClass="entr" presetSubtype="0" fill="hold" nodeType="withEffect">
                                  <p:stCondLst>
                                    <p:cond delay="400"/>
                                  </p:stCondLst>
                                  <p:childTnLst>
                                    <p:set>
                                      <p:cBhvr>
                                        <p:cTn id="66" dur="1" fill="hold">
                                          <p:stCondLst>
                                            <p:cond delay="0"/>
                                          </p:stCondLst>
                                        </p:cTn>
                                        <p:tgtEl>
                                          <p:spTgt spid="44"/>
                                        </p:tgtEl>
                                        <p:attrNameLst>
                                          <p:attrName>style.visibility</p:attrName>
                                        </p:attrNameLst>
                                      </p:cBhvr>
                                      <p:to>
                                        <p:strVal val="visible"/>
                                      </p:to>
                                    </p:set>
                                  </p:childTnLst>
                                </p:cTn>
                              </p:par>
                              <p:par>
                                <p:cTn id="67" presetID="0" presetClass="path" presetSubtype="0" decel="100000" fill="hold" nodeType="withEffect">
                                  <p:stCondLst>
                                    <p:cond delay="400"/>
                                  </p:stCondLst>
                                  <p:childTnLst>
                                    <p:animMotion origin="layout" path="M 0 0 L 1.2158 -1.29379 " pathEditMode="relative" ptsTypes="AA">
                                      <p:cBhvr>
                                        <p:cTn id="68" dur="750" spd="-100000" fill="hold"/>
                                        <p:tgtEl>
                                          <p:spTgt spid="44"/>
                                        </p:tgtEl>
                                        <p:attrNameLst>
                                          <p:attrName>ppt_x</p:attrName>
                                          <p:attrName>ppt_y</p:attrName>
                                        </p:attrNameLst>
                                      </p:cBhvr>
                                    </p:animMotion>
                                  </p:childTnLst>
                                </p:cTn>
                              </p:par>
                              <p:par>
                                <p:cTn id="69" presetID="32" presetClass="emph" presetSubtype="0" fill="hold" nodeType="withEffect">
                                  <p:stCondLst>
                                    <p:cond delay="400"/>
                                  </p:stCondLst>
                                  <p:childTnLst>
                                    <p:animRot by="120000">
                                      <p:cBhvr>
                                        <p:cTn id="70" dur="75" fill="hold">
                                          <p:stCondLst>
                                            <p:cond delay="0"/>
                                          </p:stCondLst>
                                        </p:cTn>
                                        <p:tgtEl>
                                          <p:spTgt spid="44"/>
                                        </p:tgtEl>
                                        <p:attrNameLst>
                                          <p:attrName>r</p:attrName>
                                        </p:attrNameLst>
                                      </p:cBhvr>
                                    </p:animRot>
                                    <p:animRot by="-240000">
                                      <p:cBhvr>
                                        <p:cTn id="71" dur="150" fill="hold">
                                          <p:stCondLst>
                                            <p:cond delay="150"/>
                                          </p:stCondLst>
                                        </p:cTn>
                                        <p:tgtEl>
                                          <p:spTgt spid="44"/>
                                        </p:tgtEl>
                                        <p:attrNameLst>
                                          <p:attrName>r</p:attrName>
                                        </p:attrNameLst>
                                      </p:cBhvr>
                                    </p:animRot>
                                    <p:animRot by="240000">
                                      <p:cBhvr>
                                        <p:cTn id="72" dur="150" fill="hold">
                                          <p:stCondLst>
                                            <p:cond delay="300"/>
                                          </p:stCondLst>
                                        </p:cTn>
                                        <p:tgtEl>
                                          <p:spTgt spid="44"/>
                                        </p:tgtEl>
                                        <p:attrNameLst>
                                          <p:attrName>r</p:attrName>
                                        </p:attrNameLst>
                                      </p:cBhvr>
                                    </p:animRot>
                                    <p:animRot by="-240000">
                                      <p:cBhvr>
                                        <p:cTn id="73" dur="150" fill="hold">
                                          <p:stCondLst>
                                            <p:cond delay="450"/>
                                          </p:stCondLst>
                                        </p:cTn>
                                        <p:tgtEl>
                                          <p:spTgt spid="44"/>
                                        </p:tgtEl>
                                        <p:attrNameLst>
                                          <p:attrName>r</p:attrName>
                                        </p:attrNameLst>
                                      </p:cBhvr>
                                    </p:animRot>
                                    <p:animRot by="120000">
                                      <p:cBhvr>
                                        <p:cTn id="74" dur="150" fill="hold">
                                          <p:stCondLst>
                                            <p:cond delay="600"/>
                                          </p:stCondLst>
                                        </p:cTn>
                                        <p:tgtEl>
                                          <p:spTgt spid="44"/>
                                        </p:tgtEl>
                                        <p:attrNameLst>
                                          <p:attrName>r</p:attrName>
                                        </p:attrNameLst>
                                      </p:cBhvr>
                                    </p:animRot>
                                  </p:childTnLst>
                                </p:cTn>
                              </p:par>
                              <p:par>
                                <p:cTn id="75" presetID="1" presetClass="entr" presetSubtype="0" fill="hold" nodeType="withEffect">
                                  <p:stCondLst>
                                    <p:cond delay="200"/>
                                  </p:stCondLst>
                                  <p:childTnLst>
                                    <p:set>
                                      <p:cBhvr>
                                        <p:cTn id="76" dur="1" fill="hold">
                                          <p:stCondLst>
                                            <p:cond delay="0"/>
                                          </p:stCondLst>
                                        </p:cTn>
                                        <p:tgtEl>
                                          <p:spTgt spid="45"/>
                                        </p:tgtEl>
                                        <p:attrNameLst>
                                          <p:attrName>style.visibility</p:attrName>
                                        </p:attrNameLst>
                                      </p:cBhvr>
                                      <p:to>
                                        <p:strVal val="visible"/>
                                      </p:to>
                                    </p:set>
                                  </p:childTnLst>
                                </p:cTn>
                              </p:par>
                              <p:par>
                                <p:cTn id="77" presetID="0" presetClass="path" presetSubtype="0" decel="100000" fill="hold" nodeType="withEffect">
                                  <p:stCondLst>
                                    <p:cond delay="200"/>
                                  </p:stCondLst>
                                  <p:childTnLst>
                                    <p:animMotion origin="layout" path="M 0 0 L 1.2158 -1.29379 " pathEditMode="relative" ptsTypes="AA">
                                      <p:cBhvr>
                                        <p:cTn id="78" dur="750" spd="-100000" fill="hold"/>
                                        <p:tgtEl>
                                          <p:spTgt spid="45"/>
                                        </p:tgtEl>
                                        <p:attrNameLst>
                                          <p:attrName>ppt_x</p:attrName>
                                          <p:attrName>ppt_y</p:attrName>
                                        </p:attrNameLst>
                                      </p:cBhvr>
                                    </p:animMotion>
                                  </p:childTnLst>
                                </p:cTn>
                              </p:par>
                              <p:par>
                                <p:cTn id="79" presetID="32" presetClass="emph" presetSubtype="0" fill="hold" nodeType="withEffect">
                                  <p:stCondLst>
                                    <p:cond delay="200"/>
                                  </p:stCondLst>
                                  <p:childTnLst>
                                    <p:animRot by="120000">
                                      <p:cBhvr>
                                        <p:cTn id="80" dur="75" fill="hold">
                                          <p:stCondLst>
                                            <p:cond delay="0"/>
                                          </p:stCondLst>
                                        </p:cTn>
                                        <p:tgtEl>
                                          <p:spTgt spid="45"/>
                                        </p:tgtEl>
                                        <p:attrNameLst>
                                          <p:attrName>r</p:attrName>
                                        </p:attrNameLst>
                                      </p:cBhvr>
                                    </p:animRot>
                                    <p:animRot by="-240000">
                                      <p:cBhvr>
                                        <p:cTn id="81" dur="150" fill="hold">
                                          <p:stCondLst>
                                            <p:cond delay="150"/>
                                          </p:stCondLst>
                                        </p:cTn>
                                        <p:tgtEl>
                                          <p:spTgt spid="45"/>
                                        </p:tgtEl>
                                        <p:attrNameLst>
                                          <p:attrName>r</p:attrName>
                                        </p:attrNameLst>
                                      </p:cBhvr>
                                    </p:animRot>
                                    <p:animRot by="240000">
                                      <p:cBhvr>
                                        <p:cTn id="82" dur="150" fill="hold">
                                          <p:stCondLst>
                                            <p:cond delay="300"/>
                                          </p:stCondLst>
                                        </p:cTn>
                                        <p:tgtEl>
                                          <p:spTgt spid="45"/>
                                        </p:tgtEl>
                                        <p:attrNameLst>
                                          <p:attrName>r</p:attrName>
                                        </p:attrNameLst>
                                      </p:cBhvr>
                                    </p:animRot>
                                    <p:animRot by="-240000">
                                      <p:cBhvr>
                                        <p:cTn id="83" dur="150" fill="hold">
                                          <p:stCondLst>
                                            <p:cond delay="450"/>
                                          </p:stCondLst>
                                        </p:cTn>
                                        <p:tgtEl>
                                          <p:spTgt spid="45"/>
                                        </p:tgtEl>
                                        <p:attrNameLst>
                                          <p:attrName>r</p:attrName>
                                        </p:attrNameLst>
                                      </p:cBhvr>
                                    </p:animRot>
                                    <p:animRot by="120000">
                                      <p:cBhvr>
                                        <p:cTn id="84" dur="150" fill="hold">
                                          <p:stCondLst>
                                            <p:cond delay="600"/>
                                          </p:stCondLst>
                                        </p:cTn>
                                        <p:tgtEl>
                                          <p:spTgt spid="45"/>
                                        </p:tgtEl>
                                        <p:attrNameLst>
                                          <p:attrName>r</p:attrName>
                                        </p:attrNameLst>
                                      </p:cBhvr>
                                    </p:animRot>
                                  </p:childTnLst>
                                </p:cTn>
                              </p:par>
                              <p:par>
                                <p:cTn id="85" presetID="1" presetClass="entr" presetSubtype="0" fill="hold" nodeType="withEffect">
                                  <p:stCondLst>
                                    <p:cond delay="200"/>
                                  </p:stCondLst>
                                  <p:childTnLst>
                                    <p:set>
                                      <p:cBhvr>
                                        <p:cTn id="86" dur="1" fill="hold">
                                          <p:stCondLst>
                                            <p:cond delay="0"/>
                                          </p:stCondLst>
                                        </p:cTn>
                                        <p:tgtEl>
                                          <p:spTgt spid="46"/>
                                        </p:tgtEl>
                                        <p:attrNameLst>
                                          <p:attrName>style.visibility</p:attrName>
                                        </p:attrNameLst>
                                      </p:cBhvr>
                                      <p:to>
                                        <p:strVal val="visible"/>
                                      </p:to>
                                    </p:set>
                                  </p:childTnLst>
                                </p:cTn>
                              </p:par>
                              <p:par>
                                <p:cTn id="87" presetID="0" presetClass="path" presetSubtype="0" decel="100000" fill="hold" nodeType="withEffect">
                                  <p:stCondLst>
                                    <p:cond delay="200"/>
                                  </p:stCondLst>
                                  <p:childTnLst>
                                    <p:animMotion origin="layout" path="M 0 0 L 1.2158 -1.29379 " pathEditMode="relative" ptsTypes="AA">
                                      <p:cBhvr>
                                        <p:cTn id="88" dur="750" spd="-100000" fill="hold"/>
                                        <p:tgtEl>
                                          <p:spTgt spid="46"/>
                                        </p:tgtEl>
                                        <p:attrNameLst>
                                          <p:attrName>ppt_x</p:attrName>
                                          <p:attrName>ppt_y</p:attrName>
                                        </p:attrNameLst>
                                      </p:cBhvr>
                                    </p:animMotion>
                                  </p:childTnLst>
                                </p:cTn>
                              </p:par>
                              <p:par>
                                <p:cTn id="89" presetID="32" presetClass="emph" presetSubtype="0" fill="hold" nodeType="withEffect">
                                  <p:stCondLst>
                                    <p:cond delay="200"/>
                                  </p:stCondLst>
                                  <p:childTnLst>
                                    <p:animRot by="120000">
                                      <p:cBhvr>
                                        <p:cTn id="90" dur="75" fill="hold">
                                          <p:stCondLst>
                                            <p:cond delay="0"/>
                                          </p:stCondLst>
                                        </p:cTn>
                                        <p:tgtEl>
                                          <p:spTgt spid="46"/>
                                        </p:tgtEl>
                                        <p:attrNameLst>
                                          <p:attrName>r</p:attrName>
                                        </p:attrNameLst>
                                      </p:cBhvr>
                                    </p:animRot>
                                    <p:animRot by="-240000">
                                      <p:cBhvr>
                                        <p:cTn id="91" dur="150" fill="hold">
                                          <p:stCondLst>
                                            <p:cond delay="150"/>
                                          </p:stCondLst>
                                        </p:cTn>
                                        <p:tgtEl>
                                          <p:spTgt spid="46"/>
                                        </p:tgtEl>
                                        <p:attrNameLst>
                                          <p:attrName>r</p:attrName>
                                        </p:attrNameLst>
                                      </p:cBhvr>
                                    </p:animRot>
                                    <p:animRot by="240000">
                                      <p:cBhvr>
                                        <p:cTn id="92" dur="150" fill="hold">
                                          <p:stCondLst>
                                            <p:cond delay="300"/>
                                          </p:stCondLst>
                                        </p:cTn>
                                        <p:tgtEl>
                                          <p:spTgt spid="46"/>
                                        </p:tgtEl>
                                        <p:attrNameLst>
                                          <p:attrName>r</p:attrName>
                                        </p:attrNameLst>
                                      </p:cBhvr>
                                    </p:animRot>
                                    <p:animRot by="-240000">
                                      <p:cBhvr>
                                        <p:cTn id="93" dur="150" fill="hold">
                                          <p:stCondLst>
                                            <p:cond delay="450"/>
                                          </p:stCondLst>
                                        </p:cTn>
                                        <p:tgtEl>
                                          <p:spTgt spid="46"/>
                                        </p:tgtEl>
                                        <p:attrNameLst>
                                          <p:attrName>r</p:attrName>
                                        </p:attrNameLst>
                                      </p:cBhvr>
                                    </p:animRot>
                                    <p:animRot by="120000">
                                      <p:cBhvr>
                                        <p:cTn id="94" dur="150" fill="hold">
                                          <p:stCondLst>
                                            <p:cond delay="600"/>
                                          </p:stCondLst>
                                        </p:cTn>
                                        <p:tgtEl>
                                          <p:spTgt spid="46"/>
                                        </p:tgtEl>
                                        <p:attrNameLst>
                                          <p:attrName>r</p:attrName>
                                        </p:attrNameLst>
                                      </p:cBhvr>
                                    </p:animRot>
                                  </p:childTnLst>
                                </p:cTn>
                              </p:par>
                              <p:par>
                                <p:cTn id="95" presetID="1" presetClass="entr" presetSubtype="0" fill="hold" nodeType="withEffect">
                                  <p:stCondLst>
                                    <p:cond delay="300"/>
                                  </p:stCondLst>
                                  <p:childTnLst>
                                    <p:set>
                                      <p:cBhvr>
                                        <p:cTn id="96" dur="1" fill="hold">
                                          <p:stCondLst>
                                            <p:cond delay="0"/>
                                          </p:stCondLst>
                                        </p:cTn>
                                        <p:tgtEl>
                                          <p:spTgt spid="47"/>
                                        </p:tgtEl>
                                        <p:attrNameLst>
                                          <p:attrName>style.visibility</p:attrName>
                                        </p:attrNameLst>
                                      </p:cBhvr>
                                      <p:to>
                                        <p:strVal val="visible"/>
                                      </p:to>
                                    </p:set>
                                  </p:childTnLst>
                                </p:cTn>
                              </p:par>
                              <p:par>
                                <p:cTn id="97" presetID="0" presetClass="path" presetSubtype="0" decel="100000" fill="hold" nodeType="withEffect">
                                  <p:stCondLst>
                                    <p:cond delay="300"/>
                                  </p:stCondLst>
                                  <p:childTnLst>
                                    <p:animMotion origin="layout" path="M 0 0 L 1.2158 -1.29379 " pathEditMode="relative" ptsTypes="AA">
                                      <p:cBhvr>
                                        <p:cTn id="98" dur="750" spd="-100000" fill="hold"/>
                                        <p:tgtEl>
                                          <p:spTgt spid="47"/>
                                        </p:tgtEl>
                                        <p:attrNameLst>
                                          <p:attrName>ppt_x</p:attrName>
                                          <p:attrName>ppt_y</p:attrName>
                                        </p:attrNameLst>
                                      </p:cBhvr>
                                    </p:animMotion>
                                  </p:childTnLst>
                                </p:cTn>
                              </p:par>
                              <p:par>
                                <p:cTn id="99" presetID="32" presetClass="emph" presetSubtype="0" fill="hold" nodeType="withEffect">
                                  <p:stCondLst>
                                    <p:cond delay="300"/>
                                  </p:stCondLst>
                                  <p:childTnLst>
                                    <p:animRot by="120000">
                                      <p:cBhvr>
                                        <p:cTn id="100" dur="75" fill="hold">
                                          <p:stCondLst>
                                            <p:cond delay="0"/>
                                          </p:stCondLst>
                                        </p:cTn>
                                        <p:tgtEl>
                                          <p:spTgt spid="47"/>
                                        </p:tgtEl>
                                        <p:attrNameLst>
                                          <p:attrName>r</p:attrName>
                                        </p:attrNameLst>
                                      </p:cBhvr>
                                    </p:animRot>
                                    <p:animRot by="-240000">
                                      <p:cBhvr>
                                        <p:cTn id="101" dur="150" fill="hold">
                                          <p:stCondLst>
                                            <p:cond delay="150"/>
                                          </p:stCondLst>
                                        </p:cTn>
                                        <p:tgtEl>
                                          <p:spTgt spid="47"/>
                                        </p:tgtEl>
                                        <p:attrNameLst>
                                          <p:attrName>r</p:attrName>
                                        </p:attrNameLst>
                                      </p:cBhvr>
                                    </p:animRot>
                                    <p:animRot by="240000">
                                      <p:cBhvr>
                                        <p:cTn id="102" dur="150" fill="hold">
                                          <p:stCondLst>
                                            <p:cond delay="300"/>
                                          </p:stCondLst>
                                        </p:cTn>
                                        <p:tgtEl>
                                          <p:spTgt spid="47"/>
                                        </p:tgtEl>
                                        <p:attrNameLst>
                                          <p:attrName>r</p:attrName>
                                        </p:attrNameLst>
                                      </p:cBhvr>
                                    </p:animRot>
                                    <p:animRot by="-240000">
                                      <p:cBhvr>
                                        <p:cTn id="103" dur="150" fill="hold">
                                          <p:stCondLst>
                                            <p:cond delay="450"/>
                                          </p:stCondLst>
                                        </p:cTn>
                                        <p:tgtEl>
                                          <p:spTgt spid="47"/>
                                        </p:tgtEl>
                                        <p:attrNameLst>
                                          <p:attrName>r</p:attrName>
                                        </p:attrNameLst>
                                      </p:cBhvr>
                                    </p:animRot>
                                    <p:animRot by="120000">
                                      <p:cBhvr>
                                        <p:cTn id="104" dur="150" fill="hold">
                                          <p:stCondLst>
                                            <p:cond delay="600"/>
                                          </p:stCondLst>
                                        </p:cTn>
                                        <p:tgtEl>
                                          <p:spTgt spid="47"/>
                                        </p:tgtEl>
                                        <p:attrNameLst>
                                          <p:attrName>r</p:attrName>
                                        </p:attrNameLst>
                                      </p:cBhvr>
                                    </p:animRot>
                                  </p:childTnLst>
                                </p:cTn>
                              </p:par>
                              <p:par>
                                <p:cTn id="105" presetID="1" presetClass="entr" presetSubtype="0" fill="hold" nodeType="withEffect">
                                  <p:stCondLst>
                                    <p:cond delay="200"/>
                                  </p:stCondLst>
                                  <p:childTnLst>
                                    <p:set>
                                      <p:cBhvr>
                                        <p:cTn id="106" dur="1" fill="hold">
                                          <p:stCondLst>
                                            <p:cond delay="0"/>
                                          </p:stCondLst>
                                        </p:cTn>
                                        <p:tgtEl>
                                          <p:spTgt spid="120"/>
                                        </p:tgtEl>
                                        <p:attrNameLst>
                                          <p:attrName>style.visibility</p:attrName>
                                        </p:attrNameLst>
                                      </p:cBhvr>
                                      <p:to>
                                        <p:strVal val="visible"/>
                                      </p:to>
                                    </p:set>
                                  </p:childTnLst>
                                </p:cTn>
                              </p:par>
                              <p:par>
                                <p:cTn id="107" presetID="0" presetClass="path" presetSubtype="0" decel="100000" fill="hold" nodeType="withEffect">
                                  <p:stCondLst>
                                    <p:cond delay="200"/>
                                  </p:stCondLst>
                                  <p:childTnLst>
                                    <p:animMotion origin="layout" path="M 0 0 L 1.2158 -1.29379 " pathEditMode="relative" ptsTypes="AA">
                                      <p:cBhvr>
                                        <p:cTn id="108" dur="750" spd="-100000" fill="hold"/>
                                        <p:tgtEl>
                                          <p:spTgt spid="120"/>
                                        </p:tgtEl>
                                        <p:attrNameLst>
                                          <p:attrName>ppt_x</p:attrName>
                                          <p:attrName>ppt_y</p:attrName>
                                        </p:attrNameLst>
                                      </p:cBhvr>
                                    </p:animMotion>
                                  </p:childTnLst>
                                </p:cTn>
                              </p:par>
                              <p:par>
                                <p:cTn id="109" presetID="32" presetClass="emph" presetSubtype="0" fill="hold" nodeType="withEffect">
                                  <p:stCondLst>
                                    <p:cond delay="200"/>
                                  </p:stCondLst>
                                  <p:childTnLst>
                                    <p:animRot by="120000">
                                      <p:cBhvr>
                                        <p:cTn id="110" dur="75" fill="hold">
                                          <p:stCondLst>
                                            <p:cond delay="0"/>
                                          </p:stCondLst>
                                        </p:cTn>
                                        <p:tgtEl>
                                          <p:spTgt spid="120"/>
                                        </p:tgtEl>
                                        <p:attrNameLst>
                                          <p:attrName>r</p:attrName>
                                        </p:attrNameLst>
                                      </p:cBhvr>
                                    </p:animRot>
                                    <p:animRot by="-240000">
                                      <p:cBhvr>
                                        <p:cTn id="111" dur="150" fill="hold">
                                          <p:stCondLst>
                                            <p:cond delay="150"/>
                                          </p:stCondLst>
                                        </p:cTn>
                                        <p:tgtEl>
                                          <p:spTgt spid="120"/>
                                        </p:tgtEl>
                                        <p:attrNameLst>
                                          <p:attrName>r</p:attrName>
                                        </p:attrNameLst>
                                      </p:cBhvr>
                                    </p:animRot>
                                    <p:animRot by="240000">
                                      <p:cBhvr>
                                        <p:cTn id="112" dur="150" fill="hold">
                                          <p:stCondLst>
                                            <p:cond delay="300"/>
                                          </p:stCondLst>
                                        </p:cTn>
                                        <p:tgtEl>
                                          <p:spTgt spid="120"/>
                                        </p:tgtEl>
                                        <p:attrNameLst>
                                          <p:attrName>r</p:attrName>
                                        </p:attrNameLst>
                                      </p:cBhvr>
                                    </p:animRot>
                                    <p:animRot by="-240000">
                                      <p:cBhvr>
                                        <p:cTn id="113" dur="150" fill="hold">
                                          <p:stCondLst>
                                            <p:cond delay="450"/>
                                          </p:stCondLst>
                                        </p:cTn>
                                        <p:tgtEl>
                                          <p:spTgt spid="120"/>
                                        </p:tgtEl>
                                        <p:attrNameLst>
                                          <p:attrName>r</p:attrName>
                                        </p:attrNameLst>
                                      </p:cBhvr>
                                    </p:animRot>
                                    <p:animRot by="120000">
                                      <p:cBhvr>
                                        <p:cTn id="114" dur="150" fill="hold">
                                          <p:stCondLst>
                                            <p:cond delay="600"/>
                                          </p:stCondLst>
                                        </p:cTn>
                                        <p:tgtEl>
                                          <p:spTgt spid="120"/>
                                        </p:tgtEl>
                                        <p:attrNameLst>
                                          <p:attrName>r</p:attrName>
                                        </p:attrNameLst>
                                      </p:cBhvr>
                                    </p:animRot>
                                  </p:childTnLst>
                                </p:cTn>
                              </p:par>
                              <p:par>
                                <p:cTn id="115" presetID="1" presetClass="entr" presetSubtype="0" fill="hold" nodeType="withEffect">
                                  <p:stCondLst>
                                    <p:cond delay="200"/>
                                  </p:stCondLst>
                                  <p:childTnLst>
                                    <p:set>
                                      <p:cBhvr>
                                        <p:cTn id="116" dur="1" fill="hold">
                                          <p:stCondLst>
                                            <p:cond delay="0"/>
                                          </p:stCondLst>
                                        </p:cTn>
                                        <p:tgtEl>
                                          <p:spTgt spid="128"/>
                                        </p:tgtEl>
                                        <p:attrNameLst>
                                          <p:attrName>style.visibility</p:attrName>
                                        </p:attrNameLst>
                                      </p:cBhvr>
                                      <p:to>
                                        <p:strVal val="visible"/>
                                      </p:to>
                                    </p:set>
                                  </p:childTnLst>
                                </p:cTn>
                              </p:par>
                              <p:par>
                                <p:cTn id="117" presetID="0" presetClass="path" presetSubtype="0" decel="100000" fill="hold" nodeType="withEffect">
                                  <p:stCondLst>
                                    <p:cond delay="200"/>
                                  </p:stCondLst>
                                  <p:childTnLst>
                                    <p:animMotion origin="layout" path="M 0 0 L 1.2158 -1.29379 " pathEditMode="relative" ptsTypes="AA">
                                      <p:cBhvr>
                                        <p:cTn id="118" dur="750" spd="-100000" fill="hold"/>
                                        <p:tgtEl>
                                          <p:spTgt spid="128"/>
                                        </p:tgtEl>
                                        <p:attrNameLst>
                                          <p:attrName>ppt_x</p:attrName>
                                          <p:attrName>ppt_y</p:attrName>
                                        </p:attrNameLst>
                                      </p:cBhvr>
                                    </p:animMotion>
                                  </p:childTnLst>
                                </p:cTn>
                              </p:par>
                              <p:par>
                                <p:cTn id="119" presetID="32" presetClass="emph" presetSubtype="0" fill="hold" nodeType="withEffect">
                                  <p:stCondLst>
                                    <p:cond delay="200"/>
                                  </p:stCondLst>
                                  <p:childTnLst>
                                    <p:animRot by="120000">
                                      <p:cBhvr>
                                        <p:cTn id="120" dur="75" fill="hold">
                                          <p:stCondLst>
                                            <p:cond delay="0"/>
                                          </p:stCondLst>
                                        </p:cTn>
                                        <p:tgtEl>
                                          <p:spTgt spid="128"/>
                                        </p:tgtEl>
                                        <p:attrNameLst>
                                          <p:attrName>r</p:attrName>
                                        </p:attrNameLst>
                                      </p:cBhvr>
                                    </p:animRot>
                                    <p:animRot by="-240000">
                                      <p:cBhvr>
                                        <p:cTn id="121" dur="150" fill="hold">
                                          <p:stCondLst>
                                            <p:cond delay="150"/>
                                          </p:stCondLst>
                                        </p:cTn>
                                        <p:tgtEl>
                                          <p:spTgt spid="128"/>
                                        </p:tgtEl>
                                        <p:attrNameLst>
                                          <p:attrName>r</p:attrName>
                                        </p:attrNameLst>
                                      </p:cBhvr>
                                    </p:animRot>
                                    <p:animRot by="240000">
                                      <p:cBhvr>
                                        <p:cTn id="122" dur="150" fill="hold">
                                          <p:stCondLst>
                                            <p:cond delay="300"/>
                                          </p:stCondLst>
                                        </p:cTn>
                                        <p:tgtEl>
                                          <p:spTgt spid="128"/>
                                        </p:tgtEl>
                                        <p:attrNameLst>
                                          <p:attrName>r</p:attrName>
                                        </p:attrNameLst>
                                      </p:cBhvr>
                                    </p:animRot>
                                    <p:animRot by="-240000">
                                      <p:cBhvr>
                                        <p:cTn id="123" dur="150" fill="hold">
                                          <p:stCondLst>
                                            <p:cond delay="450"/>
                                          </p:stCondLst>
                                        </p:cTn>
                                        <p:tgtEl>
                                          <p:spTgt spid="128"/>
                                        </p:tgtEl>
                                        <p:attrNameLst>
                                          <p:attrName>r</p:attrName>
                                        </p:attrNameLst>
                                      </p:cBhvr>
                                    </p:animRot>
                                    <p:animRot by="120000">
                                      <p:cBhvr>
                                        <p:cTn id="124" dur="150" fill="hold">
                                          <p:stCondLst>
                                            <p:cond delay="600"/>
                                          </p:stCondLst>
                                        </p:cTn>
                                        <p:tgtEl>
                                          <p:spTgt spid="128"/>
                                        </p:tgtEl>
                                        <p:attrNameLst>
                                          <p:attrName>r</p:attrName>
                                        </p:attrNameLst>
                                      </p:cBhvr>
                                    </p:animRot>
                                  </p:childTnLst>
                                </p:cTn>
                              </p:par>
                              <p:par>
                                <p:cTn id="125" presetID="1" presetClass="entr" presetSubtype="0" fill="hold" nodeType="withEffect">
                                  <p:stCondLst>
                                    <p:cond delay="100"/>
                                  </p:stCondLst>
                                  <p:childTnLst>
                                    <p:set>
                                      <p:cBhvr>
                                        <p:cTn id="126" dur="1" fill="hold">
                                          <p:stCondLst>
                                            <p:cond delay="0"/>
                                          </p:stCondLst>
                                        </p:cTn>
                                        <p:tgtEl>
                                          <p:spTgt spid="136"/>
                                        </p:tgtEl>
                                        <p:attrNameLst>
                                          <p:attrName>style.visibility</p:attrName>
                                        </p:attrNameLst>
                                      </p:cBhvr>
                                      <p:to>
                                        <p:strVal val="visible"/>
                                      </p:to>
                                    </p:set>
                                  </p:childTnLst>
                                </p:cTn>
                              </p:par>
                              <p:par>
                                <p:cTn id="127" presetID="0" presetClass="path" presetSubtype="0" decel="100000" fill="hold" nodeType="withEffect">
                                  <p:stCondLst>
                                    <p:cond delay="100"/>
                                  </p:stCondLst>
                                  <p:childTnLst>
                                    <p:animMotion origin="layout" path="M 0 0 L 1.2158 -1.29379 " pathEditMode="relative" ptsTypes="AA">
                                      <p:cBhvr>
                                        <p:cTn id="128" dur="750" spd="-100000" fill="hold"/>
                                        <p:tgtEl>
                                          <p:spTgt spid="136"/>
                                        </p:tgtEl>
                                        <p:attrNameLst>
                                          <p:attrName>ppt_x</p:attrName>
                                          <p:attrName>ppt_y</p:attrName>
                                        </p:attrNameLst>
                                      </p:cBhvr>
                                    </p:animMotion>
                                  </p:childTnLst>
                                </p:cTn>
                              </p:par>
                              <p:par>
                                <p:cTn id="129" presetID="32" presetClass="emph" presetSubtype="0" fill="hold" nodeType="withEffect">
                                  <p:stCondLst>
                                    <p:cond delay="100"/>
                                  </p:stCondLst>
                                  <p:childTnLst>
                                    <p:animRot by="120000">
                                      <p:cBhvr>
                                        <p:cTn id="130" dur="75" fill="hold">
                                          <p:stCondLst>
                                            <p:cond delay="0"/>
                                          </p:stCondLst>
                                        </p:cTn>
                                        <p:tgtEl>
                                          <p:spTgt spid="136"/>
                                        </p:tgtEl>
                                        <p:attrNameLst>
                                          <p:attrName>r</p:attrName>
                                        </p:attrNameLst>
                                      </p:cBhvr>
                                    </p:animRot>
                                    <p:animRot by="-240000">
                                      <p:cBhvr>
                                        <p:cTn id="131" dur="150" fill="hold">
                                          <p:stCondLst>
                                            <p:cond delay="150"/>
                                          </p:stCondLst>
                                        </p:cTn>
                                        <p:tgtEl>
                                          <p:spTgt spid="136"/>
                                        </p:tgtEl>
                                        <p:attrNameLst>
                                          <p:attrName>r</p:attrName>
                                        </p:attrNameLst>
                                      </p:cBhvr>
                                    </p:animRot>
                                    <p:animRot by="240000">
                                      <p:cBhvr>
                                        <p:cTn id="132" dur="150" fill="hold">
                                          <p:stCondLst>
                                            <p:cond delay="300"/>
                                          </p:stCondLst>
                                        </p:cTn>
                                        <p:tgtEl>
                                          <p:spTgt spid="136"/>
                                        </p:tgtEl>
                                        <p:attrNameLst>
                                          <p:attrName>r</p:attrName>
                                        </p:attrNameLst>
                                      </p:cBhvr>
                                    </p:animRot>
                                    <p:animRot by="-240000">
                                      <p:cBhvr>
                                        <p:cTn id="133" dur="150" fill="hold">
                                          <p:stCondLst>
                                            <p:cond delay="450"/>
                                          </p:stCondLst>
                                        </p:cTn>
                                        <p:tgtEl>
                                          <p:spTgt spid="136"/>
                                        </p:tgtEl>
                                        <p:attrNameLst>
                                          <p:attrName>r</p:attrName>
                                        </p:attrNameLst>
                                      </p:cBhvr>
                                    </p:animRot>
                                    <p:animRot by="120000">
                                      <p:cBhvr>
                                        <p:cTn id="134" dur="150" fill="hold">
                                          <p:stCondLst>
                                            <p:cond delay="600"/>
                                          </p:stCondLst>
                                        </p:cTn>
                                        <p:tgtEl>
                                          <p:spTgt spid="136"/>
                                        </p:tgtEl>
                                        <p:attrNameLst>
                                          <p:attrName>r</p:attrName>
                                        </p:attrNameLst>
                                      </p:cBhvr>
                                    </p:animRot>
                                  </p:childTnLst>
                                </p:cTn>
                              </p:par>
                              <p:par>
                                <p:cTn id="135" presetID="1" presetClass="entr" presetSubtype="0" fill="hold" nodeType="withEffect">
                                  <p:stCondLst>
                                    <p:cond delay="300"/>
                                  </p:stCondLst>
                                  <p:childTnLst>
                                    <p:set>
                                      <p:cBhvr>
                                        <p:cTn id="136" dur="1" fill="hold">
                                          <p:stCondLst>
                                            <p:cond delay="0"/>
                                          </p:stCondLst>
                                        </p:cTn>
                                        <p:tgtEl>
                                          <p:spTgt spid="152"/>
                                        </p:tgtEl>
                                        <p:attrNameLst>
                                          <p:attrName>style.visibility</p:attrName>
                                        </p:attrNameLst>
                                      </p:cBhvr>
                                      <p:to>
                                        <p:strVal val="visible"/>
                                      </p:to>
                                    </p:set>
                                  </p:childTnLst>
                                </p:cTn>
                              </p:par>
                              <p:par>
                                <p:cTn id="137" presetID="0" presetClass="path" presetSubtype="0" decel="100000" fill="hold" nodeType="withEffect">
                                  <p:stCondLst>
                                    <p:cond delay="300"/>
                                  </p:stCondLst>
                                  <p:childTnLst>
                                    <p:animMotion origin="layout" path="M 0 0 L 1.2158 -1.29379 " pathEditMode="relative" ptsTypes="AA">
                                      <p:cBhvr>
                                        <p:cTn id="138" dur="750" spd="-100000" fill="hold"/>
                                        <p:tgtEl>
                                          <p:spTgt spid="152"/>
                                        </p:tgtEl>
                                        <p:attrNameLst>
                                          <p:attrName>ppt_x</p:attrName>
                                          <p:attrName>ppt_y</p:attrName>
                                        </p:attrNameLst>
                                      </p:cBhvr>
                                    </p:animMotion>
                                  </p:childTnLst>
                                </p:cTn>
                              </p:par>
                              <p:par>
                                <p:cTn id="139" presetID="32" presetClass="emph" presetSubtype="0" fill="hold" nodeType="withEffect">
                                  <p:stCondLst>
                                    <p:cond delay="300"/>
                                  </p:stCondLst>
                                  <p:childTnLst>
                                    <p:animRot by="120000">
                                      <p:cBhvr>
                                        <p:cTn id="140" dur="75" fill="hold">
                                          <p:stCondLst>
                                            <p:cond delay="0"/>
                                          </p:stCondLst>
                                        </p:cTn>
                                        <p:tgtEl>
                                          <p:spTgt spid="152"/>
                                        </p:tgtEl>
                                        <p:attrNameLst>
                                          <p:attrName>r</p:attrName>
                                        </p:attrNameLst>
                                      </p:cBhvr>
                                    </p:animRot>
                                    <p:animRot by="-240000">
                                      <p:cBhvr>
                                        <p:cTn id="141" dur="150" fill="hold">
                                          <p:stCondLst>
                                            <p:cond delay="150"/>
                                          </p:stCondLst>
                                        </p:cTn>
                                        <p:tgtEl>
                                          <p:spTgt spid="152"/>
                                        </p:tgtEl>
                                        <p:attrNameLst>
                                          <p:attrName>r</p:attrName>
                                        </p:attrNameLst>
                                      </p:cBhvr>
                                    </p:animRot>
                                    <p:animRot by="240000">
                                      <p:cBhvr>
                                        <p:cTn id="142" dur="150" fill="hold">
                                          <p:stCondLst>
                                            <p:cond delay="300"/>
                                          </p:stCondLst>
                                        </p:cTn>
                                        <p:tgtEl>
                                          <p:spTgt spid="152"/>
                                        </p:tgtEl>
                                        <p:attrNameLst>
                                          <p:attrName>r</p:attrName>
                                        </p:attrNameLst>
                                      </p:cBhvr>
                                    </p:animRot>
                                    <p:animRot by="-240000">
                                      <p:cBhvr>
                                        <p:cTn id="143" dur="150" fill="hold">
                                          <p:stCondLst>
                                            <p:cond delay="450"/>
                                          </p:stCondLst>
                                        </p:cTn>
                                        <p:tgtEl>
                                          <p:spTgt spid="152"/>
                                        </p:tgtEl>
                                        <p:attrNameLst>
                                          <p:attrName>r</p:attrName>
                                        </p:attrNameLst>
                                      </p:cBhvr>
                                    </p:animRot>
                                    <p:animRot by="120000">
                                      <p:cBhvr>
                                        <p:cTn id="144" dur="150" fill="hold">
                                          <p:stCondLst>
                                            <p:cond delay="600"/>
                                          </p:stCondLst>
                                        </p:cTn>
                                        <p:tgtEl>
                                          <p:spTgt spid="152"/>
                                        </p:tgtEl>
                                        <p:attrNameLst>
                                          <p:attrName>r</p:attrName>
                                        </p:attrNameLst>
                                      </p:cBhvr>
                                    </p:animRot>
                                  </p:childTnLst>
                                </p:cTn>
                              </p:par>
                              <p:par>
                                <p:cTn id="145" presetID="1" presetClass="entr" presetSubtype="0" fill="hold" nodeType="withEffect">
                                  <p:stCondLst>
                                    <p:cond delay="500"/>
                                  </p:stCondLst>
                                  <p:childTnLst>
                                    <p:set>
                                      <p:cBhvr>
                                        <p:cTn id="146" dur="1" fill="hold">
                                          <p:stCondLst>
                                            <p:cond delay="0"/>
                                          </p:stCondLst>
                                        </p:cTn>
                                        <p:tgtEl>
                                          <p:spTgt spid="160"/>
                                        </p:tgtEl>
                                        <p:attrNameLst>
                                          <p:attrName>style.visibility</p:attrName>
                                        </p:attrNameLst>
                                      </p:cBhvr>
                                      <p:to>
                                        <p:strVal val="visible"/>
                                      </p:to>
                                    </p:set>
                                  </p:childTnLst>
                                </p:cTn>
                              </p:par>
                              <p:par>
                                <p:cTn id="147" presetID="0" presetClass="path" presetSubtype="0" decel="100000" fill="hold" nodeType="withEffect">
                                  <p:stCondLst>
                                    <p:cond delay="500"/>
                                  </p:stCondLst>
                                  <p:childTnLst>
                                    <p:animMotion origin="layout" path="M 0 0 L 1.2158 -1.29379 " pathEditMode="relative" ptsTypes="AA">
                                      <p:cBhvr>
                                        <p:cTn id="148" dur="750" spd="-100000" fill="hold"/>
                                        <p:tgtEl>
                                          <p:spTgt spid="160"/>
                                        </p:tgtEl>
                                        <p:attrNameLst>
                                          <p:attrName>ppt_x</p:attrName>
                                          <p:attrName>ppt_y</p:attrName>
                                        </p:attrNameLst>
                                      </p:cBhvr>
                                    </p:animMotion>
                                  </p:childTnLst>
                                </p:cTn>
                              </p:par>
                              <p:par>
                                <p:cTn id="149" presetID="32" presetClass="emph" presetSubtype="0" fill="hold" nodeType="withEffect">
                                  <p:stCondLst>
                                    <p:cond delay="500"/>
                                  </p:stCondLst>
                                  <p:childTnLst>
                                    <p:animRot by="120000">
                                      <p:cBhvr>
                                        <p:cTn id="150" dur="75" fill="hold">
                                          <p:stCondLst>
                                            <p:cond delay="0"/>
                                          </p:stCondLst>
                                        </p:cTn>
                                        <p:tgtEl>
                                          <p:spTgt spid="160"/>
                                        </p:tgtEl>
                                        <p:attrNameLst>
                                          <p:attrName>r</p:attrName>
                                        </p:attrNameLst>
                                      </p:cBhvr>
                                    </p:animRot>
                                    <p:animRot by="-240000">
                                      <p:cBhvr>
                                        <p:cTn id="151" dur="150" fill="hold">
                                          <p:stCondLst>
                                            <p:cond delay="150"/>
                                          </p:stCondLst>
                                        </p:cTn>
                                        <p:tgtEl>
                                          <p:spTgt spid="160"/>
                                        </p:tgtEl>
                                        <p:attrNameLst>
                                          <p:attrName>r</p:attrName>
                                        </p:attrNameLst>
                                      </p:cBhvr>
                                    </p:animRot>
                                    <p:animRot by="240000">
                                      <p:cBhvr>
                                        <p:cTn id="152" dur="150" fill="hold">
                                          <p:stCondLst>
                                            <p:cond delay="300"/>
                                          </p:stCondLst>
                                        </p:cTn>
                                        <p:tgtEl>
                                          <p:spTgt spid="160"/>
                                        </p:tgtEl>
                                        <p:attrNameLst>
                                          <p:attrName>r</p:attrName>
                                        </p:attrNameLst>
                                      </p:cBhvr>
                                    </p:animRot>
                                    <p:animRot by="-240000">
                                      <p:cBhvr>
                                        <p:cTn id="153" dur="150" fill="hold">
                                          <p:stCondLst>
                                            <p:cond delay="450"/>
                                          </p:stCondLst>
                                        </p:cTn>
                                        <p:tgtEl>
                                          <p:spTgt spid="160"/>
                                        </p:tgtEl>
                                        <p:attrNameLst>
                                          <p:attrName>r</p:attrName>
                                        </p:attrNameLst>
                                      </p:cBhvr>
                                    </p:animRot>
                                    <p:animRot by="120000">
                                      <p:cBhvr>
                                        <p:cTn id="154" dur="150" fill="hold">
                                          <p:stCondLst>
                                            <p:cond delay="600"/>
                                          </p:stCondLst>
                                        </p:cTn>
                                        <p:tgtEl>
                                          <p:spTgt spid="160"/>
                                        </p:tgtEl>
                                        <p:attrNameLst>
                                          <p:attrName>r</p:attrName>
                                        </p:attrNameLst>
                                      </p:cBhvr>
                                    </p:animRot>
                                  </p:childTnLst>
                                </p:cTn>
                              </p:par>
                              <p:par>
                                <p:cTn id="155" presetID="1" presetClass="entr" presetSubtype="0" fill="hold" nodeType="withEffect">
                                  <p:stCondLst>
                                    <p:cond delay="300"/>
                                  </p:stCondLst>
                                  <p:childTnLst>
                                    <p:set>
                                      <p:cBhvr>
                                        <p:cTn id="156" dur="1" fill="hold">
                                          <p:stCondLst>
                                            <p:cond delay="0"/>
                                          </p:stCondLst>
                                        </p:cTn>
                                        <p:tgtEl>
                                          <p:spTgt spid="184"/>
                                        </p:tgtEl>
                                        <p:attrNameLst>
                                          <p:attrName>style.visibility</p:attrName>
                                        </p:attrNameLst>
                                      </p:cBhvr>
                                      <p:to>
                                        <p:strVal val="visible"/>
                                      </p:to>
                                    </p:set>
                                  </p:childTnLst>
                                </p:cTn>
                              </p:par>
                              <p:par>
                                <p:cTn id="157" presetID="0" presetClass="path" presetSubtype="0" decel="100000" fill="hold" nodeType="withEffect">
                                  <p:stCondLst>
                                    <p:cond delay="300"/>
                                  </p:stCondLst>
                                  <p:childTnLst>
                                    <p:animMotion origin="layout" path="M 0 0 L 1.2158 -1.29379 " pathEditMode="relative" ptsTypes="AA">
                                      <p:cBhvr>
                                        <p:cTn id="158" dur="750" spd="-100000" fill="hold"/>
                                        <p:tgtEl>
                                          <p:spTgt spid="184"/>
                                        </p:tgtEl>
                                        <p:attrNameLst>
                                          <p:attrName>ppt_x</p:attrName>
                                          <p:attrName>ppt_y</p:attrName>
                                        </p:attrNameLst>
                                      </p:cBhvr>
                                    </p:animMotion>
                                  </p:childTnLst>
                                </p:cTn>
                              </p:par>
                              <p:par>
                                <p:cTn id="159" presetID="32" presetClass="emph" presetSubtype="0" fill="hold" nodeType="withEffect">
                                  <p:stCondLst>
                                    <p:cond delay="300"/>
                                  </p:stCondLst>
                                  <p:childTnLst>
                                    <p:animRot by="120000">
                                      <p:cBhvr>
                                        <p:cTn id="160" dur="75" fill="hold">
                                          <p:stCondLst>
                                            <p:cond delay="0"/>
                                          </p:stCondLst>
                                        </p:cTn>
                                        <p:tgtEl>
                                          <p:spTgt spid="184"/>
                                        </p:tgtEl>
                                        <p:attrNameLst>
                                          <p:attrName>r</p:attrName>
                                        </p:attrNameLst>
                                      </p:cBhvr>
                                    </p:animRot>
                                    <p:animRot by="-240000">
                                      <p:cBhvr>
                                        <p:cTn id="161" dur="150" fill="hold">
                                          <p:stCondLst>
                                            <p:cond delay="150"/>
                                          </p:stCondLst>
                                        </p:cTn>
                                        <p:tgtEl>
                                          <p:spTgt spid="184"/>
                                        </p:tgtEl>
                                        <p:attrNameLst>
                                          <p:attrName>r</p:attrName>
                                        </p:attrNameLst>
                                      </p:cBhvr>
                                    </p:animRot>
                                    <p:animRot by="240000">
                                      <p:cBhvr>
                                        <p:cTn id="162" dur="150" fill="hold">
                                          <p:stCondLst>
                                            <p:cond delay="300"/>
                                          </p:stCondLst>
                                        </p:cTn>
                                        <p:tgtEl>
                                          <p:spTgt spid="184"/>
                                        </p:tgtEl>
                                        <p:attrNameLst>
                                          <p:attrName>r</p:attrName>
                                        </p:attrNameLst>
                                      </p:cBhvr>
                                    </p:animRot>
                                    <p:animRot by="-240000">
                                      <p:cBhvr>
                                        <p:cTn id="163" dur="150" fill="hold">
                                          <p:stCondLst>
                                            <p:cond delay="450"/>
                                          </p:stCondLst>
                                        </p:cTn>
                                        <p:tgtEl>
                                          <p:spTgt spid="184"/>
                                        </p:tgtEl>
                                        <p:attrNameLst>
                                          <p:attrName>r</p:attrName>
                                        </p:attrNameLst>
                                      </p:cBhvr>
                                    </p:animRot>
                                    <p:animRot by="120000">
                                      <p:cBhvr>
                                        <p:cTn id="164" dur="150" fill="hold">
                                          <p:stCondLst>
                                            <p:cond delay="600"/>
                                          </p:stCondLst>
                                        </p:cTn>
                                        <p:tgtEl>
                                          <p:spTgt spid="184"/>
                                        </p:tgtEl>
                                        <p:attrNameLst>
                                          <p:attrName>r</p:attrName>
                                        </p:attrNameLst>
                                      </p:cBhvr>
                                    </p:animRot>
                                  </p:childTnLst>
                                </p:cTn>
                              </p:par>
                              <p:par>
                                <p:cTn id="165" presetID="1" presetClass="entr" presetSubtype="0" fill="hold" nodeType="withEffect">
                                  <p:stCondLst>
                                    <p:cond delay="500"/>
                                  </p:stCondLst>
                                  <p:childTnLst>
                                    <p:set>
                                      <p:cBhvr>
                                        <p:cTn id="166" dur="1" fill="hold">
                                          <p:stCondLst>
                                            <p:cond delay="0"/>
                                          </p:stCondLst>
                                        </p:cTn>
                                        <p:tgtEl>
                                          <p:spTgt spid="185"/>
                                        </p:tgtEl>
                                        <p:attrNameLst>
                                          <p:attrName>style.visibility</p:attrName>
                                        </p:attrNameLst>
                                      </p:cBhvr>
                                      <p:to>
                                        <p:strVal val="visible"/>
                                      </p:to>
                                    </p:set>
                                  </p:childTnLst>
                                </p:cTn>
                              </p:par>
                              <p:par>
                                <p:cTn id="167" presetID="0" presetClass="path" presetSubtype="0" decel="100000" fill="hold" nodeType="withEffect">
                                  <p:stCondLst>
                                    <p:cond delay="500"/>
                                  </p:stCondLst>
                                  <p:childTnLst>
                                    <p:animMotion origin="layout" path="M 0 0 L 1.2158 -1.29379 " pathEditMode="relative" ptsTypes="AA">
                                      <p:cBhvr>
                                        <p:cTn id="168" dur="750" spd="-100000" fill="hold"/>
                                        <p:tgtEl>
                                          <p:spTgt spid="185"/>
                                        </p:tgtEl>
                                        <p:attrNameLst>
                                          <p:attrName>ppt_x</p:attrName>
                                          <p:attrName>ppt_y</p:attrName>
                                        </p:attrNameLst>
                                      </p:cBhvr>
                                    </p:animMotion>
                                  </p:childTnLst>
                                </p:cTn>
                              </p:par>
                              <p:par>
                                <p:cTn id="169" presetID="32" presetClass="emph" presetSubtype="0" fill="hold" nodeType="withEffect">
                                  <p:stCondLst>
                                    <p:cond delay="500"/>
                                  </p:stCondLst>
                                  <p:childTnLst>
                                    <p:animRot by="120000">
                                      <p:cBhvr>
                                        <p:cTn id="170" dur="75" fill="hold">
                                          <p:stCondLst>
                                            <p:cond delay="0"/>
                                          </p:stCondLst>
                                        </p:cTn>
                                        <p:tgtEl>
                                          <p:spTgt spid="185"/>
                                        </p:tgtEl>
                                        <p:attrNameLst>
                                          <p:attrName>r</p:attrName>
                                        </p:attrNameLst>
                                      </p:cBhvr>
                                    </p:animRot>
                                    <p:animRot by="-240000">
                                      <p:cBhvr>
                                        <p:cTn id="171" dur="150" fill="hold">
                                          <p:stCondLst>
                                            <p:cond delay="150"/>
                                          </p:stCondLst>
                                        </p:cTn>
                                        <p:tgtEl>
                                          <p:spTgt spid="185"/>
                                        </p:tgtEl>
                                        <p:attrNameLst>
                                          <p:attrName>r</p:attrName>
                                        </p:attrNameLst>
                                      </p:cBhvr>
                                    </p:animRot>
                                    <p:animRot by="240000">
                                      <p:cBhvr>
                                        <p:cTn id="172" dur="150" fill="hold">
                                          <p:stCondLst>
                                            <p:cond delay="300"/>
                                          </p:stCondLst>
                                        </p:cTn>
                                        <p:tgtEl>
                                          <p:spTgt spid="185"/>
                                        </p:tgtEl>
                                        <p:attrNameLst>
                                          <p:attrName>r</p:attrName>
                                        </p:attrNameLst>
                                      </p:cBhvr>
                                    </p:animRot>
                                    <p:animRot by="-240000">
                                      <p:cBhvr>
                                        <p:cTn id="173" dur="150" fill="hold">
                                          <p:stCondLst>
                                            <p:cond delay="450"/>
                                          </p:stCondLst>
                                        </p:cTn>
                                        <p:tgtEl>
                                          <p:spTgt spid="185"/>
                                        </p:tgtEl>
                                        <p:attrNameLst>
                                          <p:attrName>r</p:attrName>
                                        </p:attrNameLst>
                                      </p:cBhvr>
                                    </p:animRot>
                                    <p:animRot by="120000">
                                      <p:cBhvr>
                                        <p:cTn id="174" dur="150" fill="hold">
                                          <p:stCondLst>
                                            <p:cond delay="600"/>
                                          </p:stCondLst>
                                        </p:cTn>
                                        <p:tgtEl>
                                          <p:spTgt spid="185"/>
                                        </p:tgtEl>
                                        <p:attrNameLst>
                                          <p:attrName>r</p:attrName>
                                        </p:attrNameLst>
                                      </p:cBhvr>
                                    </p:animRot>
                                  </p:childTnLst>
                                </p:cTn>
                              </p:par>
                              <p:par>
                                <p:cTn id="175" presetID="1" presetClass="entr" presetSubtype="0" fill="hold" nodeType="withEffect">
                                  <p:stCondLst>
                                    <p:cond delay="300"/>
                                  </p:stCondLst>
                                  <p:childTnLst>
                                    <p:set>
                                      <p:cBhvr>
                                        <p:cTn id="176" dur="1" fill="hold">
                                          <p:stCondLst>
                                            <p:cond delay="0"/>
                                          </p:stCondLst>
                                        </p:cTn>
                                        <p:tgtEl>
                                          <p:spTgt spid="205"/>
                                        </p:tgtEl>
                                        <p:attrNameLst>
                                          <p:attrName>style.visibility</p:attrName>
                                        </p:attrNameLst>
                                      </p:cBhvr>
                                      <p:to>
                                        <p:strVal val="visible"/>
                                      </p:to>
                                    </p:set>
                                  </p:childTnLst>
                                </p:cTn>
                              </p:par>
                              <p:par>
                                <p:cTn id="177" presetID="0" presetClass="path" presetSubtype="0" decel="100000" fill="hold" nodeType="withEffect">
                                  <p:stCondLst>
                                    <p:cond delay="300"/>
                                  </p:stCondLst>
                                  <p:childTnLst>
                                    <p:animMotion origin="layout" path="M 0 0 L 1.2158 -1.29379 " pathEditMode="relative" ptsTypes="AA">
                                      <p:cBhvr>
                                        <p:cTn id="178" dur="750" spd="-100000" fill="hold"/>
                                        <p:tgtEl>
                                          <p:spTgt spid="205"/>
                                        </p:tgtEl>
                                        <p:attrNameLst>
                                          <p:attrName>ppt_x</p:attrName>
                                          <p:attrName>ppt_y</p:attrName>
                                        </p:attrNameLst>
                                      </p:cBhvr>
                                    </p:animMotion>
                                  </p:childTnLst>
                                </p:cTn>
                              </p:par>
                              <p:par>
                                <p:cTn id="179" presetID="32" presetClass="emph" presetSubtype="0" fill="hold" nodeType="withEffect">
                                  <p:stCondLst>
                                    <p:cond delay="300"/>
                                  </p:stCondLst>
                                  <p:childTnLst>
                                    <p:animRot by="120000">
                                      <p:cBhvr>
                                        <p:cTn id="180" dur="75" fill="hold">
                                          <p:stCondLst>
                                            <p:cond delay="0"/>
                                          </p:stCondLst>
                                        </p:cTn>
                                        <p:tgtEl>
                                          <p:spTgt spid="205"/>
                                        </p:tgtEl>
                                        <p:attrNameLst>
                                          <p:attrName>r</p:attrName>
                                        </p:attrNameLst>
                                      </p:cBhvr>
                                    </p:animRot>
                                    <p:animRot by="-240000">
                                      <p:cBhvr>
                                        <p:cTn id="181" dur="150" fill="hold">
                                          <p:stCondLst>
                                            <p:cond delay="150"/>
                                          </p:stCondLst>
                                        </p:cTn>
                                        <p:tgtEl>
                                          <p:spTgt spid="205"/>
                                        </p:tgtEl>
                                        <p:attrNameLst>
                                          <p:attrName>r</p:attrName>
                                        </p:attrNameLst>
                                      </p:cBhvr>
                                    </p:animRot>
                                    <p:animRot by="240000">
                                      <p:cBhvr>
                                        <p:cTn id="182" dur="150" fill="hold">
                                          <p:stCondLst>
                                            <p:cond delay="300"/>
                                          </p:stCondLst>
                                        </p:cTn>
                                        <p:tgtEl>
                                          <p:spTgt spid="205"/>
                                        </p:tgtEl>
                                        <p:attrNameLst>
                                          <p:attrName>r</p:attrName>
                                        </p:attrNameLst>
                                      </p:cBhvr>
                                    </p:animRot>
                                    <p:animRot by="-240000">
                                      <p:cBhvr>
                                        <p:cTn id="183" dur="150" fill="hold">
                                          <p:stCondLst>
                                            <p:cond delay="450"/>
                                          </p:stCondLst>
                                        </p:cTn>
                                        <p:tgtEl>
                                          <p:spTgt spid="205"/>
                                        </p:tgtEl>
                                        <p:attrNameLst>
                                          <p:attrName>r</p:attrName>
                                        </p:attrNameLst>
                                      </p:cBhvr>
                                    </p:animRot>
                                    <p:animRot by="120000">
                                      <p:cBhvr>
                                        <p:cTn id="184" dur="150" fill="hold">
                                          <p:stCondLst>
                                            <p:cond delay="600"/>
                                          </p:stCondLst>
                                        </p:cTn>
                                        <p:tgtEl>
                                          <p:spTgt spid="205"/>
                                        </p:tgtEl>
                                        <p:attrNameLst>
                                          <p:attrName>r</p:attrName>
                                        </p:attrNameLst>
                                      </p:cBhvr>
                                    </p:animRot>
                                  </p:childTnLst>
                                </p:cTn>
                              </p:par>
                              <p:par>
                                <p:cTn id="185" presetID="1" presetClass="entr" presetSubtype="0" fill="hold" nodeType="withEffect">
                                  <p:stCondLst>
                                    <p:cond delay="600"/>
                                  </p:stCondLst>
                                  <p:childTnLst>
                                    <p:set>
                                      <p:cBhvr>
                                        <p:cTn id="186" dur="1" fill="hold">
                                          <p:stCondLst>
                                            <p:cond delay="0"/>
                                          </p:stCondLst>
                                        </p:cTn>
                                        <p:tgtEl>
                                          <p:spTgt spid="211"/>
                                        </p:tgtEl>
                                        <p:attrNameLst>
                                          <p:attrName>style.visibility</p:attrName>
                                        </p:attrNameLst>
                                      </p:cBhvr>
                                      <p:to>
                                        <p:strVal val="visible"/>
                                      </p:to>
                                    </p:set>
                                  </p:childTnLst>
                                </p:cTn>
                              </p:par>
                              <p:par>
                                <p:cTn id="187" presetID="0" presetClass="path" presetSubtype="0" decel="100000" fill="hold" nodeType="withEffect">
                                  <p:stCondLst>
                                    <p:cond delay="600"/>
                                  </p:stCondLst>
                                  <p:childTnLst>
                                    <p:animMotion origin="layout" path="M 0 0 L 1.2158 -1.29379 " pathEditMode="relative" ptsTypes="AA">
                                      <p:cBhvr>
                                        <p:cTn id="188" dur="750" spd="-100000" fill="hold"/>
                                        <p:tgtEl>
                                          <p:spTgt spid="211"/>
                                        </p:tgtEl>
                                        <p:attrNameLst>
                                          <p:attrName>ppt_x</p:attrName>
                                          <p:attrName>ppt_y</p:attrName>
                                        </p:attrNameLst>
                                      </p:cBhvr>
                                    </p:animMotion>
                                  </p:childTnLst>
                                </p:cTn>
                              </p:par>
                              <p:par>
                                <p:cTn id="189" presetID="32" presetClass="emph" presetSubtype="0" fill="hold" nodeType="withEffect">
                                  <p:stCondLst>
                                    <p:cond delay="600"/>
                                  </p:stCondLst>
                                  <p:childTnLst>
                                    <p:animRot by="120000">
                                      <p:cBhvr>
                                        <p:cTn id="190" dur="75" fill="hold">
                                          <p:stCondLst>
                                            <p:cond delay="0"/>
                                          </p:stCondLst>
                                        </p:cTn>
                                        <p:tgtEl>
                                          <p:spTgt spid="211"/>
                                        </p:tgtEl>
                                        <p:attrNameLst>
                                          <p:attrName>r</p:attrName>
                                        </p:attrNameLst>
                                      </p:cBhvr>
                                    </p:animRot>
                                    <p:animRot by="-240000">
                                      <p:cBhvr>
                                        <p:cTn id="191" dur="150" fill="hold">
                                          <p:stCondLst>
                                            <p:cond delay="150"/>
                                          </p:stCondLst>
                                        </p:cTn>
                                        <p:tgtEl>
                                          <p:spTgt spid="211"/>
                                        </p:tgtEl>
                                        <p:attrNameLst>
                                          <p:attrName>r</p:attrName>
                                        </p:attrNameLst>
                                      </p:cBhvr>
                                    </p:animRot>
                                    <p:animRot by="240000">
                                      <p:cBhvr>
                                        <p:cTn id="192" dur="150" fill="hold">
                                          <p:stCondLst>
                                            <p:cond delay="300"/>
                                          </p:stCondLst>
                                        </p:cTn>
                                        <p:tgtEl>
                                          <p:spTgt spid="211"/>
                                        </p:tgtEl>
                                        <p:attrNameLst>
                                          <p:attrName>r</p:attrName>
                                        </p:attrNameLst>
                                      </p:cBhvr>
                                    </p:animRot>
                                    <p:animRot by="-240000">
                                      <p:cBhvr>
                                        <p:cTn id="193" dur="150" fill="hold">
                                          <p:stCondLst>
                                            <p:cond delay="450"/>
                                          </p:stCondLst>
                                        </p:cTn>
                                        <p:tgtEl>
                                          <p:spTgt spid="211"/>
                                        </p:tgtEl>
                                        <p:attrNameLst>
                                          <p:attrName>r</p:attrName>
                                        </p:attrNameLst>
                                      </p:cBhvr>
                                    </p:animRot>
                                    <p:animRot by="120000">
                                      <p:cBhvr>
                                        <p:cTn id="194" dur="150" fill="hold">
                                          <p:stCondLst>
                                            <p:cond delay="600"/>
                                          </p:stCondLst>
                                        </p:cTn>
                                        <p:tgtEl>
                                          <p:spTgt spid="211"/>
                                        </p:tgtEl>
                                        <p:attrNameLst>
                                          <p:attrName>r</p:attrName>
                                        </p:attrNameLst>
                                      </p:cBhvr>
                                    </p:animRot>
                                  </p:childTnLst>
                                </p:cTn>
                              </p:par>
                              <p:par>
                                <p:cTn id="195" presetID="1" presetClass="entr" presetSubtype="0" fill="hold" nodeType="withEffect">
                                  <p:stCondLst>
                                    <p:cond delay="400"/>
                                  </p:stCondLst>
                                  <p:childTnLst>
                                    <p:set>
                                      <p:cBhvr>
                                        <p:cTn id="196" dur="1" fill="hold">
                                          <p:stCondLst>
                                            <p:cond delay="0"/>
                                          </p:stCondLst>
                                        </p:cTn>
                                        <p:tgtEl>
                                          <p:spTgt spid="219"/>
                                        </p:tgtEl>
                                        <p:attrNameLst>
                                          <p:attrName>style.visibility</p:attrName>
                                        </p:attrNameLst>
                                      </p:cBhvr>
                                      <p:to>
                                        <p:strVal val="visible"/>
                                      </p:to>
                                    </p:set>
                                  </p:childTnLst>
                                </p:cTn>
                              </p:par>
                              <p:par>
                                <p:cTn id="197" presetID="0" presetClass="path" presetSubtype="0" decel="100000" fill="hold" nodeType="withEffect">
                                  <p:stCondLst>
                                    <p:cond delay="400"/>
                                  </p:stCondLst>
                                  <p:childTnLst>
                                    <p:animMotion origin="layout" path="M 0 0 L 1.2158 -1.29379 " pathEditMode="relative" ptsTypes="AA">
                                      <p:cBhvr>
                                        <p:cTn id="198" dur="750" spd="-100000" fill="hold"/>
                                        <p:tgtEl>
                                          <p:spTgt spid="219"/>
                                        </p:tgtEl>
                                        <p:attrNameLst>
                                          <p:attrName>ppt_x</p:attrName>
                                          <p:attrName>ppt_y</p:attrName>
                                        </p:attrNameLst>
                                      </p:cBhvr>
                                    </p:animMotion>
                                  </p:childTnLst>
                                </p:cTn>
                              </p:par>
                              <p:par>
                                <p:cTn id="199" presetID="32" presetClass="emph" presetSubtype="0" fill="hold" nodeType="withEffect">
                                  <p:stCondLst>
                                    <p:cond delay="400"/>
                                  </p:stCondLst>
                                  <p:childTnLst>
                                    <p:animRot by="120000">
                                      <p:cBhvr>
                                        <p:cTn id="200" dur="75" fill="hold">
                                          <p:stCondLst>
                                            <p:cond delay="0"/>
                                          </p:stCondLst>
                                        </p:cTn>
                                        <p:tgtEl>
                                          <p:spTgt spid="219"/>
                                        </p:tgtEl>
                                        <p:attrNameLst>
                                          <p:attrName>r</p:attrName>
                                        </p:attrNameLst>
                                      </p:cBhvr>
                                    </p:animRot>
                                    <p:animRot by="-240000">
                                      <p:cBhvr>
                                        <p:cTn id="201" dur="150" fill="hold">
                                          <p:stCondLst>
                                            <p:cond delay="150"/>
                                          </p:stCondLst>
                                        </p:cTn>
                                        <p:tgtEl>
                                          <p:spTgt spid="219"/>
                                        </p:tgtEl>
                                        <p:attrNameLst>
                                          <p:attrName>r</p:attrName>
                                        </p:attrNameLst>
                                      </p:cBhvr>
                                    </p:animRot>
                                    <p:animRot by="240000">
                                      <p:cBhvr>
                                        <p:cTn id="202" dur="150" fill="hold">
                                          <p:stCondLst>
                                            <p:cond delay="300"/>
                                          </p:stCondLst>
                                        </p:cTn>
                                        <p:tgtEl>
                                          <p:spTgt spid="219"/>
                                        </p:tgtEl>
                                        <p:attrNameLst>
                                          <p:attrName>r</p:attrName>
                                        </p:attrNameLst>
                                      </p:cBhvr>
                                    </p:animRot>
                                    <p:animRot by="-240000">
                                      <p:cBhvr>
                                        <p:cTn id="203" dur="150" fill="hold">
                                          <p:stCondLst>
                                            <p:cond delay="450"/>
                                          </p:stCondLst>
                                        </p:cTn>
                                        <p:tgtEl>
                                          <p:spTgt spid="219"/>
                                        </p:tgtEl>
                                        <p:attrNameLst>
                                          <p:attrName>r</p:attrName>
                                        </p:attrNameLst>
                                      </p:cBhvr>
                                    </p:animRot>
                                    <p:animRot by="120000">
                                      <p:cBhvr>
                                        <p:cTn id="204" dur="150" fill="hold">
                                          <p:stCondLst>
                                            <p:cond delay="600"/>
                                          </p:stCondLst>
                                        </p:cTn>
                                        <p:tgtEl>
                                          <p:spTgt spid="219"/>
                                        </p:tgtEl>
                                        <p:attrNameLst>
                                          <p:attrName>r</p:attrName>
                                        </p:attrNameLst>
                                      </p:cBhvr>
                                    </p:animRot>
                                  </p:childTnLst>
                                </p:cTn>
                              </p:par>
                              <p:par>
                                <p:cTn id="205" presetID="1" presetClass="entr" presetSubtype="0" fill="hold" nodeType="withEffect">
                                  <p:stCondLst>
                                    <p:cond delay="600"/>
                                  </p:stCondLst>
                                  <p:childTnLst>
                                    <p:set>
                                      <p:cBhvr>
                                        <p:cTn id="206" dur="1" fill="hold">
                                          <p:stCondLst>
                                            <p:cond delay="0"/>
                                          </p:stCondLst>
                                        </p:cTn>
                                        <p:tgtEl>
                                          <p:spTgt spid="227"/>
                                        </p:tgtEl>
                                        <p:attrNameLst>
                                          <p:attrName>style.visibility</p:attrName>
                                        </p:attrNameLst>
                                      </p:cBhvr>
                                      <p:to>
                                        <p:strVal val="visible"/>
                                      </p:to>
                                    </p:set>
                                  </p:childTnLst>
                                </p:cTn>
                              </p:par>
                              <p:par>
                                <p:cTn id="207" presetID="0" presetClass="path" presetSubtype="0" decel="100000" fill="hold" nodeType="withEffect">
                                  <p:stCondLst>
                                    <p:cond delay="600"/>
                                  </p:stCondLst>
                                  <p:childTnLst>
                                    <p:animMotion origin="layout" path="M 0 0 L 1.2158 -1.29379 " pathEditMode="relative" ptsTypes="AA">
                                      <p:cBhvr>
                                        <p:cTn id="208" dur="750" spd="-100000" fill="hold"/>
                                        <p:tgtEl>
                                          <p:spTgt spid="227"/>
                                        </p:tgtEl>
                                        <p:attrNameLst>
                                          <p:attrName>ppt_x</p:attrName>
                                          <p:attrName>ppt_y</p:attrName>
                                        </p:attrNameLst>
                                      </p:cBhvr>
                                    </p:animMotion>
                                  </p:childTnLst>
                                </p:cTn>
                              </p:par>
                              <p:par>
                                <p:cTn id="209" presetID="32" presetClass="emph" presetSubtype="0" fill="hold" nodeType="withEffect">
                                  <p:stCondLst>
                                    <p:cond delay="600"/>
                                  </p:stCondLst>
                                  <p:childTnLst>
                                    <p:animRot by="120000">
                                      <p:cBhvr>
                                        <p:cTn id="210" dur="75" fill="hold">
                                          <p:stCondLst>
                                            <p:cond delay="0"/>
                                          </p:stCondLst>
                                        </p:cTn>
                                        <p:tgtEl>
                                          <p:spTgt spid="227"/>
                                        </p:tgtEl>
                                        <p:attrNameLst>
                                          <p:attrName>r</p:attrName>
                                        </p:attrNameLst>
                                      </p:cBhvr>
                                    </p:animRot>
                                    <p:animRot by="-240000">
                                      <p:cBhvr>
                                        <p:cTn id="211" dur="150" fill="hold">
                                          <p:stCondLst>
                                            <p:cond delay="150"/>
                                          </p:stCondLst>
                                        </p:cTn>
                                        <p:tgtEl>
                                          <p:spTgt spid="227"/>
                                        </p:tgtEl>
                                        <p:attrNameLst>
                                          <p:attrName>r</p:attrName>
                                        </p:attrNameLst>
                                      </p:cBhvr>
                                    </p:animRot>
                                    <p:animRot by="240000">
                                      <p:cBhvr>
                                        <p:cTn id="212" dur="150" fill="hold">
                                          <p:stCondLst>
                                            <p:cond delay="300"/>
                                          </p:stCondLst>
                                        </p:cTn>
                                        <p:tgtEl>
                                          <p:spTgt spid="227"/>
                                        </p:tgtEl>
                                        <p:attrNameLst>
                                          <p:attrName>r</p:attrName>
                                        </p:attrNameLst>
                                      </p:cBhvr>
                                    </p:animRot>
                                    <p:animRot by="-240000">
                                      <p:cBhvr>
                                        <p:cTn id="213" dur="150" fill="hold">
                                          <p:stCondLst>
                                            <p:cond delay="450"/>
                                          </p:stCondLst>
                                        </p:cTn>
                                        <p:tgtEl>
                                          <p:spTgt spid="227"/>
                                        </p:tgtEl>
                                        <p:attrNameLst>
                                          <p:attrName>r</p:attrName>
                                        </p:attrNameLst>
                                      </p:cBhvr>
                                    </p:animRot>
                                    <p:animRot by="120000">
                                      <p:cBhvr>
                                        <p:cTn id="214" dur="150" fill="hold">
                                          <p:stCondLst>
                                            <p:cond delay="600"/>
                                          </p:stCondLst>
                                        </p:cTn>
                                        <p:tgtEl>
                                          <p:spTgt spid="227"/>
                                        </p:tgtEl>
                                        <p:attrNameLst>
                                          <p:attrName>r</p:attrName>
                                        </p:attrNameLst>
                                      </p:cBhvr>
                                    </p:animRot>
                                  </p:childTnLst>
                                </p:cTn>
                              </p:par>
                              <p:par>
                                <p:cTn id="215" presetID="1" presetClass="entr" presetSubtype="0" fill="hold" nodeType="withEffect">
                                  <p:stCondLst>
                                    <p:cond delay="500"/>
                                  </p:stCondLst>
                                  <p:childTnLst>
                                    <p:set>
                                      <p:cBhvr>
                                        <p:cTn id="216" dur="1" fill="hold">
                                          <p:stCondLst>
                                            <p:cond delay="0"/>
                                          </p:stCondLst>
                                        </p:cTn>
                                        <p:tgtEl>
                                          <p:spTgt spid="235"/>
                                        </p:tgtEl>
                                        <p:attrNameLst>
                                          <p:attrName>style.visibility</p:attrName>
                                        </p:attrNameLst>
                                      </p:cBhvr>
                                      <p:to>
                                        <p:strVal val="visible"/>
                                      </p:to>
                                    </p:set>
                                  </p:childTnLst>
                                </p:cTn>
                              </p:par>
                              <p:par>
                                <p:cTn id="217" presetID="0" presetClass="path" presetSubtype="0" decel="100000" fill="hold" nodeType="withEffect">
                                  <p:stCondLst>
                                    <p:cond delay="500"/>
                                  </p:stCondLst>
                                  <p:childTnLst>
                                    <p:animMotion origin="layout" path="M 0 0 L 1.2158 -1.29379 " pathEditMode="relative" ptsTypes="AA">
                                      <p:cBhvr>
                                        <p:cTn id="218" dur="750" spd="-100000" fill="hold"/>
                                        <p:tgtEl>
                                          <p:spTgt spid="235"/>
                                        </p:tgtEl>
                                        <p:attrNameLst>
                                          <p:attrName>ppt_x</p:attrName>
                                          <p:attrName>ppt_y</p:attrName>
                                        </p:attrNameLst>
                                      </p:cBhvr>
                                    </p:animMotion>
                                  </p:childTnLst>
                                </p:cTn>
                              </p:par>
                              <p:par>
                                <p:cTn id="219" presetID="32" presetClass="emph" presetSubtype="0" fill="hold" nodeType="withEffect">
                                  <p:stCondLst>
                                    <p:cond delay="500"/>
                                  </p:stCondLst>
                                  <p:childTnLst>
                                    <p:animRot by="120000">
                                      <p:cBhvr>
                                        <p:cTn id="220" dur="75" fill="hold">
                                          <p:stCondLst>
                                            <p:cond delay="0"/>
                                          </p:stCondLst>
                                        </p:cTn>
                                        <p:tgtEl>
                                          <p:spTgt spid="235"/>
                                        </p:tgtEl>
                                        <p:attrNameLst>
                                          <p:attrName>r</p:attrName>
                                        </p:attrNameLst>
                                      </p:cBhvr>
                                    </p:animRot>
                                    <p:animRot by="-240000">
                                      <p:cBhvr>
                                        <p:cTn id="221" dur="150" fill="hold">
                                          <p:stCondLst>
                                            <p:cond delay="150"/>
                                          </p:stCondLst>
                                        </p:cTn>
                                        <p:tgtEl>
                                          <p:spTgt spid="235"/>
                                        </p:tgtEl>
                                        <p:attrNameLst>
                                          <p:attrName>r</p:attrName>
                                        </p:attrNameLst>
                                      </p:cBhvr>
                                    </p:animRot>
                                    <p:animRot by="240000">
                                      <p:cBhvr>
                                        <p:cTn id="222" dur="150" fill="hold">
                                          <p:stCondLst>
                                            <p:cond delay="300"/>
                                          </p:stCondLst>
                                        </p:cTn>
                                        <p:tgtEl>
                                          <p:spTgt spid="235"/>
                                        </p:tgtEl>
                                        <p:attrNameLst>
                                          <p:attrName>r</p:attrName>
                                        </p:attrNameLst>
                                      </p:cBhvr>
                                    </p:animRot>
                                    <p:animRot by="-240000">
                                      <p:cBhvr>
                                        <p:cTn id="223" dur="150" fill="hold">
                                          <p:stCondLst>
                                            <p:cond delay="450"/>
                                          </p:stCondLst>
                                        </p:cTn>
                                        <p:tgtEl>
                                          <p:spTgt spid="235"/>
                                        </p:tgtEl>
                                        <p:attrNameLst>
                                          <p:attrName>r</p:attrName>
                                        </p:attrNameLst>
                                      </p:cBhvr>
                                    </p:animRot>
                                    <p:animRot by="120000">
                                      <p:cBhvr>
                                        <p:cTn id="224" dur="150" fill="hold">
                                          <p:stCondLst>
                                            <p:cond delay="600"/>
                                          </p:stCondLst>
                                        </p:cTn>
                                        <p:tgtEl>
                                          <p:spTgt spid="235"/>
                                        </p:tgtEl>
                                        <p:attrNameLst>
                                          <p:attrName>r</p:attrName>
                                        </p:attrNameLst>
                                      </p:cBhvr>
                                    </p:animRot>
                                  </p:childTnLst>
                                </p:cTn>
                              </p:par>
                              <p:par>
                                <p:cTn id="225" presetID="1" presetClass="entr" presetSubtype="0" fill="hold" nodeType="withEffect">
                                  <p:stCondLst>
                                    <p:cond delay="300"/>
                                  </p:stCondLst>
                                  <p:childTnLst>
                                    <p:set>
                                      <p:cBhvr>
                                        <p:cTn id="226" dur="1" fill="hold">
                                          <p:stCondLst>
                                            <p:cond delay="0"/>
                                          </p:stCondLst>
                                        </p:cTn>
                                        <p:tgtEl>
                                          <p:spTgt spid="243"/>
                                        </p:tgtEl>
                                        <p:attrNameLst>
                                          <p:attrName>style.visibility</p:attrName>
                                        </p:attrNameLst>
                                      </p:cBhvr>
                                      <p:to>
                                        <p:strVal val="visible"/>
                                      </p:to>
                                    </p:set>
                                  </p:childTnLst>
                                </p:cTn>
                              </p:par>
                              <p:par>
                                <p:cTn id="227" presetID="0" presetClass="path" presetSubtype="0" decel="100000" fill="hold" nodeType="withEffect">
                                  <p:stCondLst>
                                    <p:cond delay="300"/>
                                  </p:stCondLst>
                                  <p:childTnLst>
                                    <p:animMotion origin="layout" path="M 0 0 L 1.2158 -1.29379 " pathEditMode="relative" ptsTypes="AA">
                                      <p:cBhvr>
                                        <p:cTn id="228" dur="750" spd="-100000" fill="hold"/>
                                        <p:tgtEl>
                                          <p:spTgt spid="243"/>
                                        </p:tgtEl>
                                        <p:attrNameLst>
                                          <p:attrName>ppt_x</p:attrName>
                                          <p:attrName>ppt_y</p:attrName>
                                        </p:attrNameLst>
                                      </p:cBhvr>
                                    </p:animMotion>
                                  </p:childTnLst>
                                </p:cTn>
                              </p:par>
                              <p:par>
                                <p:cTn id="229" presetID="32" presetClass="emph" presetSubtype="0" fill="hold" nodeType="withEffect">
                                  <p:stCondLst>
                                    <p:cond delay="300"/>
                                  </p:stCondLst>
                                  <p:childTnLst>
                                    <p:animRot by="120000">
                                      <p:cBhvr>
                                        <p:cTn id="230" dur="75" fill="hold">
                                          <p:stCondLst>
                                            <p:cond delay="0"/>
                                          </p:stCondLst>
                                        </p:cTn>
                                        <p:tgtEl>
                                          <p:spTgt spid="243"/>
                                        </p:tgtEl>
                                        <p:attrNameLst>
                                          <p:attrName>r</p:attrName>
                                        </p:attrNameLst>
                                      </p:cBhvr>
                                    </p:animRot>
                                    <p:animRot by="-240000">
                                      <p:cBhvr>
                                        <p:cTn id="231" dur="150" fill="hold">
                                          <p:stCondLst>
                                            <p:cond delay="150"/>
                                          </p:stCondLst>
                                        </p:cTn>
                                        <p:tgtEl>
                                          <p:spTgt spid="243"/>
                                        </p:tgtEl>
                                        <p:attrNameLst>
                                          <p:attrName>r</p:attrName>
                                        </p:attrNameLst>
                                      </p:cBhvr>
                                    </p:animRot>
                                    <p:animRot by="240000">
                                      <p:cBhvr>
                                        <p:cTn id="232" dur="150" fill="hold">
                                          <p:stCondLst>
                                            <p:cond delay="300"/>
                                          </p:stCondLst>
                                        </p:cTn>
                                        <p:tgtEl>
                                          <p:spTgt spid="243"/>
                                        </p:tgtEl>
                                        <p:attrNameLst>
                                          <p:attrName>r</p:attrName>
                                        </p:attrNameLst>
                                      </p:cBhvr>
                                    </p:animRot>
                                    <p:animRot by="-240000">
                                      <p:cBhvr>
                                        <p:cTn id="233" dur="150" fill="hold">
                                          <p:stCondLst>
                                            <p:cond delay="450"/>
                                          </p:stCondLst>
                                        </p:cTn>
                                        <p:tgtEl>
                                          <p:spTgt spid="243"/>
                                        </p:tgtEl>
                                        <p:attrNameLst>
                                          <p:attrName>r</p:attrName>
                                        </p:attrNameLst>
                                      </p:cBhvr>
                                    </p:animRot>
                                    <p:animRot by="120000">
                                      <p:cBhvr>
                                        <p:cTn id="234" dur="150" fill="hold">
                                          <p:stCondLst>
                                            <p:cond delay="600"/>
                                          </p:stCondLst>
                                        </p:cTn>
                                        <p:tgtEl>
                                          <p:spTgt spid="243"/>
                                        </p:tgtEl>
                                        <p:attrNameLst>
                                          <p:attrName>r</p:attrName>
                                        </p:attrNameLst>
                                      </p:cBhvr>
                                    </p:animRot>
                                  </p:childTnLst>
                                </p:cTn>
                              </p:par>
                              <p:par>
                                <p:cTn id="235" presetID="1" presetClass="entr" presetSubtype="0" fill="hold" nodeType="withEffect">
                                  <p:stCondLst>
                                    <p:cond delay="200"/>
                                  </p:stCondLst>
                                  <p:childTnLst>
                                    <p:set>
                                      <p:cBhvr>
                                        <p:cTn id="236" dur="1" fill="hold">
                                          <p:stCondLst>
                                            <p:cond delay="0"/>
                                          </p:stCondLst>
                                        </p:cTn>
                                        <p:tgtEl>
                                          <p:spTgt spid="251"/>
                                        </p:tgtEl>
                                        <p:attrNameLst>
                                          <p:attrName>style.visibility</p:attrName>
                                        </p:attrNameLst>
                                      </p:cBhvr>
                                      <p:to>
                                        <p:strVal val="visible"/>
                                      </p:to>
                                    </p:set>
                                  </p:childTnLst>
                                </p:cTn>
                              </p:par>
                              <p:par>
                                <p:cTn id="237" presetID="0" presetClass="path" presetSubtype="0" decel="100000" fill="hold" nodeType="withEffect">
                                  <p:stCondLst>
                                    <p:cond delay="200"/>
                                  </p:stCondLst>
                                  <p:childTnLst>
                                    <p:animMotion origin="layout" path="M 0 0 L 1.2158 -1.29379 " pathEditMode="relative" ptsTypes="AA">
                                      <p:cBhvr>
                                        <p:cTn id="238" dur="750" spd="-100000" fill="hold"/>
                                        <p:tgtEl>
                                          <p:spTgt spid="251"/>
                                        </p:tgtEl>
                                        <p:attrNameLst>
                                          <p:attrName>ppt_x</p:attrName>
                                          <p:attrName>ppt_y</p:attrName>
                                        </p:attrNameLst>
                                      </p:cBhvr>
                                    </p:animMotion>
                                  </p:childTnLst>
                                </p:cTn>
                              </p:par>
                              <p:par>
                                <p:cTn id="239" presetID="32" presetClass="emph" presetSubtype="0" fill="hold" nodeType="withEffect">
                                  <p:stCondLst>
                                    <p:cond delay="200"/>
                                  </p:stCondLst>
                                  <p:childTnLst>
                                    <p:animRot by="120000">
                                      <p:cBhvr>
                                        <p:cTn id="240" dur="75" fill="hold">
                                          <p:stCondLst>
                                            <p:cond delay="0"/>
                                          </p:stCondLst>
                                        </p:cTn>
                                        <p:tgtEl>
                                          <p:spTgt spid="251"/>
                                        </p:tgtEl>
                                        <p:attrNameLst>
                                          <p:attrName>r</p:attrName>
                                        </p:attrNameLst>
                                      </p:cBhvr>
                                    </p:animRot>
                                    <p:animRot by="-240000">
                                      <p:cBhvr>
                                        <p:cTn id="241" dur="150" fill="hold">
                                          <p:stCondLst>
                                            <p:cond delay="150"/>
                                          </p:stCondLst>
                                        </p:cTn>
                                        <p:tgtEl>
                                          <p:spTgt spid="251"/>
                                        </p:tgtEl>
                                        <p:attrNameLst>
                                          <p:attrName>r</p:attrName>
                                        </p:attrNameLst>
                                      </p:cBhvr>
                                    </p:animRot>
                                    <p:animRot by="240000">
                                      <p:cBhvr>
                                        <p:cTn id="242" dur="150" fill="hold">
                                          <p:stCondLst>
                                            <p:cond delay="300"/>
                                          </p:stCondLst>
                                        </p:cTn>
                                        <p:tgtEl>
                                          <p:spTgt spid="251"/>
                                        </p:tgtEl>
                                        <p:attrNameLst>
                                          <p:attrName>r</p:attrName>
                                        </p:attrNameLst>
                                      </p:cBhvr>
                                    </p:animRot>
                                    <p:animRot by="-240000">
                                      <p:cBhvr>
                                        <p:cTn id="243" dur="150" fill="hold">
                                          <p:stCondLst>
                                            <p:cond delay="450"/>
                                          </p:stCondLst>
                                        </p:cTn>
                                        <p:tgtEl>
                                          <p:spTgt spid="251"/>
                                        </p:tgtEl>
                                        <p:attrNameLst>
                                          <p:attrName>r</p:attrName>
                                        </p:attrNameLst>
                                      </p:cBhvr>
                                    </p:animRot>
                                    <p:animRot by="120000">
                                      <p:cBhvr>
                                        <p:cTn id="244" dur="150" fill="hold">
                                          <p:stCondLst>
                                            <p:cond delay="600"/>
                                          </p:stCondLst>
                                        </p:cTn>
                                        <p:tgtEl>
                                          <p:spTgt spid="251"/>
                                        </p:tgtEl>
                                        <p:attrNameLst>
                                          <p:attrName>r</p:attrName>
                                        </p:attrNameLst>
                                      </p:cBhvr>
                                    </p:animRot>
                                  </p:childTnLst>
                                </p:cTn>
                              </p:par>
                              <p:par>
                                <p:cTn id="245" presetID="1" presetClass="entr" presetSubtype="0" fill="hold" nodeType="withEffect">
                                  <p:stCondLst>
                                    <p:cond delay="0"/>
                                  </p:stCondLst>
                                  <p:childTnLst>
                                    <p:set>
                                      <p:cBhvr>
                                        <p:cTn id="246" dur="1" fill="hold">
                                          <p:stCondLst>
                                            <p:cond delay="0"/>
                                          </p:stCondLst>
                                        </p:cTn>
                                        <p:tgtEl>
                                          <p:spTgt spid="262"/>
                                        </p:tgtEl>
                                        <p:attrNameLst>
                                          <p:attrName>style.visibility</p:attrName>
                                        </p:attrNameLst>
                                      </p:cBhvr>
                                      <p:to>
                                        <p:strVal val="visible"/>
                                      </p:to>
                                    </p:set>
                                  </p:childTnLst>
                                </p:cTn>
                              </p:par>
                              <p:par>
                                <p:cTn id="247" presetID="42" presetClass="path" presetSubtype="0" accel="100000" fill="hold" nodeType="withEffect">
                                  <p:stCondLst>
                                    <p:cond delay="0"/>
                                  </p:stCondLst>
                                  <p:childTnLst>
                                    <p:animMotion origin="layout" path="M 1.38889E-6 -1.95551E-6 L 0.67448 -0.75718 " pathEditMode="relative" rAng="0" ptsTypes="AA">
                                      <p:cBhvr>
                                        <p:cTn id="248" dur="750" spd="-100000" fill="hold"/>
                                        <p:tgtEl>
                                          <p:spTgt spid="262"/>
                                        </p:tgtEl>
                                        <p:attrNameLst>
                                          <p:attrName>ppt_x</p:attrName>
                                          <p:attrName>ppt_y</p:attrName>
                                        </p:attrNameLst>
                                      </p:cBhvr>
                                      <p:rCtr x="33715" y="-37844"/>
                                    </p:animMotion>
                                  </p:childTnLst>
                                </p:cTn>
                              </p:par>
                              <p:par>
                                <p:cTn id="249" presetID="42" presetClass="path" presetSubtype="0" decel="100000" fill="hold" nodeType="withEffect">
                                  <p:stCondLst>
                                    <p:cond delay="750"/>
                                  </p:stCondLst>
                                  <p:childTnLst>
                                    <p:animMotion origin="layout" path="M -3.33333E-6 -3.08642E-6 L -0.68784 0.75525 " pathEditMode="relative" rAng="0" ptsTypes="AA">
                                      <p:cBhvr>
                                        <p:cTn id="250" dur="750" fill="hold"/>
                                        <p:tgtEl>
                                          <p:spTgt spid="262"/>
                                        </p:tgtEl>
                                        <p:attrNameLst>
                                          <p:attrName>ppt_x</p:attrName>
                                          <p:attrName>ppt_y</p:attrName>
                                        </p:attrNameLst>
                                      </p:cBhvr>
                                      <p:rCtr x="-34392" y="37747"/>
                                    </p:animMotion>
                                  </p:childTnLst>
                                </p:cTn>
                              </p:par>
                              <p:par>
                                <p:cTn id="251" presetID="1" presetClass="entr" presetSubtype="0" fill="hold" nodeType="withEffect">
                                  <p:stCondLst>
                                    <p:cond delay="100"/>
                                  </p:stCondLst>
                                  <p:childTnLst>
                                    <p:set>
                                      <p:cBhvr>
                                        <p:cTn id="252" dur="1" fill="hold">
                                          <p:stCondLst>
                                            <p:cond delay="0"/>
                                          </p:stCondLst>
                                        </p:cTn>
                                        <p:tgtEl>
                                          <p:spTgt spid="263"/>
                                        </p:tgtEl>
                                        <p:attrNameLst>
                                          <p:attrName>style.visibility</p:attrName>
                                        </p:attrNameLst>
                                      </p:cBhvr>
                                      <p:to>
                                        <p:strVal val="visible"/>
                                      </p:to>
                                    </p:set>
                                  </p:childTnLst>
                                </p:cTn>
                              </p:par>
                              <p:par>
                                <p:cTn id="253" presetID="42" presetClass="path" presetSubtype="0" accel="100000" fill="hold" nodeType="withEffect">
                                  <p:stCondLst>
                                    <p:cond delay="100"/>
                                  </p:stCondLst>
                                  <p:childTnLst>
                                    <p:animMotion origin="layout" path="M 1.38889E-6 -1.95551E-6 L 0.67448 -0.75718 " pathEditMode="relative" rAng="0" ptsTypes="AA">
                                      <p:cBhvr>
                                        <p:cTn id="254" dur="750" spd="-100000" fill="hold"/>
                                        <p:tgtEl>
                                          <p:spTgt spid="263"/>
                                        </p:tgtEl>
                                        <p:attrNameLst>
                                          <p:attrName>ppt_x</p:attrName>
                                          <p:attrName>ppt_y</p:attrName>
                                        </p:attrNameLst>
                                      </p:cBhvr>
                                      <p:rCtr x="33715" y="-37844"/>
                                    </p:animMotion>
                                  </p:childTnLst>
                                </p:cTn>
                              </p:par>
                              <p:par>
                                <p:cTn id="255" presetID="42" presetClass="path" presetSubtype="0" decel="100000" fill="hold" nodeType="withEffect">
                                  <p:stCondLst>
                                    <p:cond delay="850"/>
                                  </p:stCondLst>
                                  <p:childTnLst>
                                    <p:animMotion origin="layout" path="M -3.33333E-6 -3.08642E-6 L -0.68784 0.75525 " pathEditMode="relative" rAng="0" ptsTypes="AA">
                                      <p:cBhvr>
                                        <p:cTn id="256" dur="750" fill="hold"/>
                                        <p:tgtEl>
                                          <p:spTgt spid="263"/>
                                        </p:tgtEl>
                                        <p:attrNameLst>
                                          <p:attrName>ppt_x</p:attrName>
                                          <p:attrName>ppt_y</p:attrName>
                                        </p:attrNameLst>
                                      </p:cBhvr>
                                      <p:rCtr x="-34392" y="37747"/>
                                    </p:animMotion>
                                  </p:childTnLst>
                                </p:cTn>
                              </p:par>
                              <p:par>
                                <p:cTn id="257" presetID="1" presetClass="entr" presetSubtype="0" fill="hold" nodeType="withEffect">
                                  <p:stCondLst>
                                    <p:cond delay="200"/>
                                  </p:stCondLst>
                                  <p:childTnLst>
                                    <p:set>
                                      <p:cBhvr>
                                        <p:cTn id="258" dur="1" fill="hold">
                                          <p:stCondLst>
                                            <p:cond delay="0"/>
                                          </p:stCondLst>
                                        </p:cTn>
                                        <p:tgtEl>
                                          <p:spTgt spid="261"/>
                                        </p:tgtEl>
                                        <p:attrNameLst>
                                          <p:attrName>style.visibility</p:attrName>
                                        </p:attrNameLst>
                                      </p:cBhvr>
                                      <p:to>
                                        <p:strVal val="visible"/>
                                      </p:to>
                                    </p:set>
                                  </p:childTnLst>
                                </p:cTn>
                              </p:par>
                              <p:par>
                                <p:cTn id="259" presetID="42" presetClass="path" presetSubtype="0" accel="100000" fill="hold" nodeType="withEffect">
                                  <p:stCondLst>
                                    <p:cond delay="200"/>
                                  </p:stCondLst>
                                  <p:childTnLst>
                                    <p:animMotion origin="layout" path="M 1.38889E-6 -1.95551E-6 L 0.67448 -0.75718 " pathEditMode="relative" rAng="0" ptsTypes="AA">
                                      <p:cBhvr>
                                        <p:cTn id="260" dur="750" spd="-100000" fill="hold"/>
                                        <p:tgtEl>
                                          <p:spTgt spid="261"/>
                                        </p:tgtEl>
                                        <p:attrNameLst>
                                          <p:attrName>ppt_x</p:attrName>
                                          <p:attrName>ppt_y</p:attrName>
                                        </p:attrNameLst>
                                      </p:cBhvr>
                                      <p:rCtr x="33715" y="-37844"/>
                                    </p:animMotion>
                                  </p:childTnLst>
                                </p:cTn>
                              </p:par>
                              <p:par>
                                <p:cTn id="261" presetID="42" presetClass="path" presetSubtype="0" decel="100000" fill="hold" nodeType="withEffect">
                                  <p:stCondLst>
                                    <p:cond delay="950"/>
                                  </p:stCondLst>
                                  <p:childTnLst>
                                    <p:animMotion origin="layout" path="M -3.33333E-6 -3.08642E-6 L -0.68784 0.75525 " pathEditMode="relative" rAng="0" ptsTypes="AA">
                                      <p:cBhvr>
                                        <p:cTn id="262" dur="750" fill="hold"/>
                                        <p:tgtEl>
                                          <p:spTgt spid="261"/>
                                        </p:tgtEl>
                                        <p:attrNameLst>
                                          <p:attrName>ppt_x</p:attrName>
                                          <p:attrName>ppt_y</p:attrName>
                                        </p:attrNameLst>
                                      </p:cBhvr>
                                      <p:rCtr x="-34392" y="37747"/>
                                    </p:animMotion>
                                  </p:childTnLst>
                                </p:cTn>
                              </p:par>
                              <p:par>
                                <p:cTn id="263" presetID="1" presetClass="entr" presetSubtype="0" fill="hold" nodeType="withEffect">
                                  <p:stCondLst>
                                    <p:cond delay="300"/>
                                  </p:stCondLst>
                                  <p:childTnLst>
                                    <p:set>
                                      <p:cBhvr>
                                        <p:cTn id="264" dur="1" fill="hold">
                                          <p:stCondLst>
                                            <p:cond delay="0"/>
                                          </p:stCondLst>
                                        </p:cTn>
                                        <p:tgtEl>
                                          <p:spTgt spid="260"/>
                                        </p:tgtEl>
                                        <p:attrNameLst>
                                          <p:attrName>style.visibility</p:attrName>
                                        </p:attrNameLst>
                                      </p:cBhvr>
                                      <p:to>
                                        <p:strVal val="visible"/>
                                      </p:to>
                                    </p:set>
                                  </p:childTnLst>
                                </p:cTn>
                              </p:par>
                              <p:par>
                                <p:cTn id="265" presetID="42" presetClass="path" presetSubtype="0" accel="100000" fill="hold" nodeType="withEffect">
                                  <p:stCondLst>
                                    <p:cond delay="300"/>
                                  </p:stCondLst>
                                  <p:childTnLst>
                                    <p:animMotion origin="layout" path="M 1.38889E-6 -1.95551E-6 L 0.67448 -0.75718 " pathEditMode="relative" rAng="0" ptsTypes="AA">
                                      <p:cBhvr>
                                        <p:cTn id="266" dur="750" spd="-100000" fill="hold"/>
                                        <p:tgtEl>
                                          <p:spTgt spid="260"/>
                                        </p:tgtEl>
                                        <p:attrNameLst>
                                          <p:attrName>ppt_x</p:attrName>
                                          <p:attrName>ppt_y</p:attrName>
                                        </p:attrNameLst>
                                      </p:cBhvr>
                                      <p:rCtr x="33715" y="-37844"/>
                                    </p:animMotion>
                                  </p:childTnLst>
                                </p:cTn>
                              </p:par>
                              <p:par>
                                <p:cTn id="267" presetID="42" presetClass="path" presetSubtype="0" decel="100000" fill="hold" nodeType="withEffect">
                                  <p:stCondLst>
                                    <p:cond delay="1050"/>
                                  </p:stCondLst>
                                  <p:childTnLst>
                                    <p:animMotion origin="layout" path="M -3.33333E-6 -3.08642E-6 L -0.68784 0.75525 " pathEditMode="relative" rAng="0" ptsTypes="AA">
                                      <p:cBhvr>
                                        <p:cTn id="268" dur="750" fill="hold"/>
                                        <p:tgtEl>
                                          <p:spTgt spid="260"/>
                                        </p:tgtEl>
                                        <p:attrNameLst>
                                          <p:attrName>ppt_x</p:attrName>
                                          <p:attrName>ppt_y</p:attrName>
                                        </p:attrNameLst>
                                      </p:cBhvr>
                                      <p:rCtr x="-34392" y="37747"/>
                                    </p:animMotion>
                                  </p:childTnLst>
                                </p:cTn>
                              </p:par>
                              <p:par>
                                <p:cTn id="269" presetID="1" presetClass="entr" presetSubtype="0" fill="hold" nodeType="withEffect">
                                  <p:stCondLst>
                                    <p:cond delay="0"/>
                                  </p:stCondLst>
                                  <p:childTnLst>
                                    <p:set>
                                      <p:cBhvr>
                                        <p:cTn id="270" dur="1" fill="hold">
                                          <p:stCondLst>
                                            <p:cond delay="0"/>
                                          </p:stCondLst>
                                        </p:cTn>
                                        <p:tgtEl>
                                          <p:spTgt spid="259"/>
                                        </p:tgtEl>
                                        <p:attrNameLst>
                                          <p:attrName>style.visibility</p:attrName>
                                        </p:attrNameLst>
                                      </p:cBhvr>
                                      <p:to>
                                        <p:strVal val="visible"/>
                                      </p:to>
                                    </p:set>
                                  </p:childTnLst>
                                </p:cTn>
                              </p:par>
                              <p:par>
                                <p:cTn id="271" presetID="42" presetClass="path" presetSubtype="0" accel="100000" fill="hold" nodeType="withEffect">
                                  <p:stCondLst>
                                    <p:cond delay="0"/>
                                  </p:stCondLst>
                                  <p:childTnLst>
                                    <p:animMotion origin="layout" path="M 1.38889E-6 -1.95551E-6 L 0.67448 -0.75718 " pathEditMode="relative" rAng="0" ptsTypes="AA">
                                      <p:cBhvr>
                                        <p:cTn id="272" dur="750" spd="-100000" fill="hold"/>
                                        <p:tgtEl>
                                          <p:spTgt spid="259"/>
                                        </p:tgtEl>
                                        <p:attrNameLst>
                                          <p:attrName>ppt_x</p:attrName>
                                          <p:attrName>ppt_y</p:attrName>
                                        </p:attrNameLst>
                                      </p:cBhvr>
                                      <p:rCtr x="33715" y="-37844"/>
                                    </p:animMotion>
                                  </p:childTnLst>
                                </p:cTn>
                              </p:par>
                              <p:par>
                                <p:cTn id="273" presetID="42" presetClass="path" presetSubtype="0" decel="100000" fill="hold" nodeType="withEffect">
                                  <p:stCondLst>
                                    <p:cond delay="750"/>
                                  </p:stCondLst>
                                  <p:childTnLst>
                                    <p:animMotion origin="layout" path="M -3.33333E-6 -3.08642E-6 L -0.68784 0.75525 " pathEditMode="relative" rAng="0" ptsTypes="AA">
                                      <p:cBhvr>
                                        <p:cTn id="274" dur="750" fill="hold"/>
                                        <p:tgtEl>
                                          <p:spTgt spid="259"/>
                                        </p:tgtEl>
                                        <p:attrNameLst>
                                          <p:attrName>ppt_x</p:attrName>
                                          <p:attrName>ppt_y</p:attrName>
                                        </p:attrNameLst>
                                      </p:cBhvr>
                                      <p:rCtr x="-34392" y="37747"/>
                                    </p:animMotion>
                                  </p:childTnLst>
                                </p:cTn>
                              </p:par>
                              <p:par>
                                <p:cTn id="275" presetID="1" presetClass="entr" presetSubtype="0" fill="hold" nodeType="withEffect">
                                  <p:stCondLst>
                                    <p:cond delay="100"/>
                                  </p:stCondLst>
                                  <p:childTnLst>
                                    <p:set>
                                      <p:cBhvr>
                                        <p:cTn id="276" dur="1" fill="hold">
                                          <p:stCondLst>
                                            <p:cond delay="0"/>
                                          </p:stCondLst>
                                        </p:cTn>
                                        <p:tgtEl>
                                          <p:spTgt spid="264"/>
                                        </p:tgtEl>
                                        <p:attrNameLst>
                                          <p:attrName>style.visibility</p:attrName>
                                        </p:attrNameLst>
                                      </p:cBhvr>
                                      <p:to>
                                        <p:strVal val="visible"/>
                                      </p:to>
                                    </p:set>
                                  </p:childTnLst>
                                </p:cTn>
                              </p:par>
                              <p:par>
                                <p:cTn id="277" presetID="42" presetClass="path" presetSubtype="0" accel="100000" fill="hold" nodeType="withEffect">
                                  <p:stCondLst>
                                    <p:cond delay="100"/>
                                  </p:stCondLst>
                                  <p:childTnLst>
                                    <p:animMotion origin="layout" path="M -5.55556E-7 1.23457E-6 L 1.08142 -1.21111 " pathEditMode="relative" rAng="0" ptsTypes="AA">
                                      <p:cBhvr>
                                        <p:cTn id="278" dur="750" spd="-100000" fill="hold"/>
                                        <p:tgtEl>
                                          <p:spTgt spid="264"/>
                                        </p:tgtEl>
                                        <p:attrNameLst>
                                          <p:attrName>ppt_x</p:attrName>
                                          <p:attrName>ppt_y</p:attrName>
                                        </p:attrNameLst>
                                      </p:cBhvr>
                                      <p:rCtr x="54062" y="-60556"/>
                                    </p:animMotion>
                                  </p:childTnLst>
                                </p:cTn>
                              </p:par>
                              <p:par>
                                <p:cTn id="279" presetID="42" presetClass="path" presetSubtype="0" decel="100000" fill="hold" nodeType="withEffect">
                                  <p:stCondLst>
                                    <p:cond delay="850"/>
                                  </p:stCondLst>
                                  <p:childTnLst>
                                    <p:animMotion origin="layout" path="M -3.33333E-6 -3.08642E-6 L -0.68784 0.75525 " pathEditMode="relative" rAng="0" ptsTypes="AA">
                                      <p:cBhvr>
                                        <p:cTn id="280" dur="750" fill="hold"/>
                                        <p:tgtEl>
                                          <p:spTgt spid="264"/>
                                        </p:tgtEl>
                                        <p:attrNameLst>
                                          <p:attrName>ppt_x</p:attrName>
                                          <p:attrName>ppt_y</p:attrName>
                                        </p:attrNameLst>
                                      </p:cBhvr>
                                      <p:rCtr x="-34392" y="37747"/>
                                    </p:animMotion>
                                  </p:childTnLst>
                                </p:cTn>
                              </p:par>
                              <p:par>
                                <p:cTn id="281" presetID="1" presetClass="entr" presetSubtype="0" fill="hold" nodeType="withEffect">
                                  <p:stCondLst>
                                    <p:cond delay="200"/>
                                  </p:stCondLst>
                                  <p:childTnLst>
                                    <p:set>
                                      <p:cBhvr>
                                        <p:cTn id="282" dur="1" fill="hold">
                                          <p:stCondLst>
                                            <p:cond delay="0"/>
                                          </p:stCondLst>
                                        </p:cTn>
                                        <p:tgtEl>
                                          <p:spTgt spid="269"/>
                                        </p:tgtEl>
                                        <p:attrNameLst>
                                          <p:attrName>style.visibility</p:attrName>
                                        </p:attrNameLst>
                                      </p:cBhvr>
                                      <p:to>
                                        <p:strVal val="visible"/>
                                      </p:to>
                                    </p:set>
                                  </p:childTnLst>
                                </p:cTn>
                              </p:par>
                              <p:par>
                                <p:cTn id="283" presetID="42" presetClass="path" presetSubtype="0" accel="100000" fill="hold" nodeType="withEffect">
                                  <p:stCondLst>
                                    <p:cond delay="200"/>
                                  </p:stCondLst>
                                  <p:childTnLst>
                                    <p:animMotion origin="layout" path="M 2.22222E-6 -3.82716E-6 L 1.11232 -1.28456 " pathEditMode="relative" rAng="0" ptsTypes="AA">
                                      <p:cBhvr>
                                        <p:cTn id="284" dur="750" spd="-100000" fill="hold"/>
                                        <p:tgtEl>
                                          <p:spTgt spid="269"/>
                                        </p:tgtEl>
                                        <p:attrNameLst>
                                          <p:attrName>ppt_x</p:attrName>
                                          <p:attrName>ppt_y</p:attrName>
                                        </p:attrNameLst>
                                      </p:cBhvr>
                                      <p:rCtr x="55608" y="-64228"/>
                                    </p:animMotion>
                                  </p:childTnLst>
                                </p:cTn>
                              </p:par>
                              <p:par>
                                <p:cTn id="285" presetID="42" presetClass="path" presetSubtype="0" decel="100000" fill="hold" nodeType="withEffect">
                                  <p:stCondLst>
                                    <p:cond delay="950"/>
                                  </p:stCondLst>
                                  <p:childTnLst>
                                    <p:animMotion origin="layout" path="M 2.22222E-6 -3.82716E-6 L -1.21858 1.33365 " pathEditMode="relative" rAng="0" ptsTypes="AA">
                                      <p:cBhvr>
                                        <p:cTn id="286" dur="750" fill="hold"/>
                                        <p:tgtEl>
                                          <p:spTgt spid="269"/>
                                        </p:tgtEl>
                                        <p:attrNameLst>
                                          <p:attrName>ppt_x</p:attrName>
                                          <p:attrName>ppt_y</p:attrName>
                                        </p:attrNameLst>
                                      </p:cBhvr>
                                      <p:rCtr x="-60938" y="66667"/>
                                    </p:animMotion>
                                  </p:childTnLst>
                                </p:cTn>
                              </p:par>
                              <p:par>
                                <p:cTn id="287" presetID="1" presetClass="entr" presetSubtype="0" fill="hold" nodeType="withEffect">
                                  <p:stCondLst>
                                    <p:cond delay="300"/>
                                  </p:stCondLst>
                                  <p:childTnLst>
                                    <p:set>
                                      <p:cBhvr>
                                        <p:cTn id="288" dur="1" fill="hold">
                                          <p:stCondLst>
                                            <p:cond delay="0"/>
                                          </p:stCondLst>
                                        </p:cTn>
                                        <p:tgtEl>
                                          <p:spTgt spid="268"/>
                                        </p:tgtEl>
                                        <p:attrNameLst>
                                          <p:attrName>style.visibility</p:attrName>
                                        </p:attrNameLst>
                                      </p:cBhvr>
                                      <p:to>
                                        <p:strVal val="visible"/>
                                      </p:to>
                                    </p:set>
                                  </p:childTnLst>
                                </p:cTn>
                              </p:par>
                              <p:par>
                                <p:cTn id="289" presetID="42" presetClass="path" presetSubtype="0" accel="100000" fill="hold" nodeType="withEffect">
                                  <p:stCondLst>
                                    <p:cond delay="300"/>
                                  </p:stCondLst>
                                  <p:childTnLst>
                                    <p:animMotion origin="layout" path="M -4.72222E-6 1.48148E-6 L 1.08316 -1.22161 " pathEditMode="relative" rAng="0" ptsTypes="AA">
                                      <p:cBhvr>
                                        <p:cTn id="290" dur="750" spd="-100000" fill="hold"/>
                                        <p:tgtEl>
                                          <p:spTgt spid="268"/>
                                        </p:tgtEl>
                                        <p:attrNameLst>
                                          <p:attrName>ppt_x</p:attrName>
                                          <p:attrName>ppt_y</p:attrName>
                                        </p:attrNameLst>
                                      </p:cBhvr>
                                      <p:rCtr x="54149" y="-61080"/>
                                    </p:animMotion>
                                  </p:childTnLst>
                                </p:cTn>
                              </p:par>
                              <p:par>
                                <p:cTn id="291" presetID="42" presetClass="path" presetSubtype="0" decel="100000" fill="hold" nodeType="withEffect">
                                  <p:stCondLst>
                                    <p:cond delay="1050"/>
                                  </p:stCondLst>
                                  <p:childTnLst>
                                    <p:animMotion origin="layout" path="M -4.72222E-6 1.48148E-6 L -0.85416 0.94846 " pathEditMode="relative" rAng="0" ptsTypes="AA">
                                      <p:cBhvr>
                                        <p:cTn id="292" dur="750" fill="hold"/>
                                        <p:tgtEl>
                                          <p:spTgt spid="268"/>
                                        </p:tgtEl>
                                        <p:attrNameLst>
                                          <p:attrName>ppt_x</p:attrName>
                                          <p:attrName>ppt_y</p:attrName>
                                        </p:attrNameLst>
                                      </p:cBhvr>
                                      <p:rCtr x="-42708" y="47407"/>
                                    </p:animMotion>
                                  </p:childTnLst>
                                </p:cTn>
                              </p:par>
                              <p:par>
                                <p:cTn id="293" presetID="1" presetClass="entr" presetSubtype="0" fill="hold" nodeType="withEffect">
                                  <p:stCondLst>
                                    <p:cond delay="0"/>
                                  </p:stCondLst>
                                  <p:childTnLst>
                                    <p:set>
                                      <p:cBhvr>
                                        <p:cTn id="294" dur="1" fill="hold">
                                          <p:stCondLst>
                                            <p:cond delay="0"/>
                                          </p:stCondLst>
                                        </p:cTn>
                                        <p:tgtEl>
                                          <p:spTgt spid="265"/>
                                        </p:tgtEl>
                                        <p:attrNameLst>
                                          <p:attrName>style.visibility</p:attrName>
                                        </p:attrNameLst>
                                      </p:cBhvr>
                                      <p:to>
                                        <p:strVal val="visible"/>
                                      </p:to>
                                    </p:set>
                                  </p:childTnLst>
                                </p:cTn>
                              </p:par>
                              <p:par>
                                <p:cTn id="295" presetID="42" presetClass="path" presetSubtype="0" accel="100000" fill="hold" nodeType="withEffect">
                                  <p:stCondLst>
                                    <p:cond delay="0"/>
                                  </p:stCondLst>
                                  <p:childTnLst>
                                    <p:animMotion origin="layout" path="M 3.33333E-6 -3.97281E-6 L 1.06319 -1.16774 " pathEditMode="relative" rAng="0" ptsTypes="AA">
                                      <p:cBhvr>
                                        <p:cTn id="296" dur="750" spd="-100000" fill="hold"/>
                                        <p:tgtEl>
                                          <p:spTgt spid="265"/>
                                        </p:tgtEl>
                                        <p:attrNameLst>
                                          <p:attrName>ppt_x</p:attrName>
                                          <p:attrName>ppt_y</p:attrName>
                                        </p:attrNameLst>
                                      </p:cBhvr>
                                      <p:rCtr x="53160" y="-58387"/>
                                    </p:animMotion>
                                  </p:childTnLst>
                                </p:cTn>
                              </p:par>
                              <p:par>
                                <p:cTn id="297" presetID="42" presetClass="path" presetSubtype="0" decel="100000" fill="hold" nodeType="withEffect">
                                  <p:stCondLst>
                                    <p:cond delay="750"/>
                                  </p:stCondLst>
                                  <p:childTnLst>
                                    <p:animMotion origin="layout" path="M -3.33333E-6 -3.08642E-6 L -0.68784 0.75525 " pathEditMode="relative" rAng="0" ptsTypes="AA">
                                      <p:cBhvr>
                                        <p:cTn id="298" dur="750" fill="hold"/>
                                        <p:tgtEl>
                                          <p:spTgt spid="265"/>
                                        </p:tgtEl>
                                        <p:attrNameLst>
                                          <p:attrName>ppt_x</p:attrName>
                                          <p:attrName>ppt_y</p:attrName>
                                        </p:attrNameLst>
                                      </p:cBhvr>
                                      <p:rCtr x="-34392" y="37747"/>
                                    </p:animMotion>
                                  </p:childTnLst>
                                </p:cTn>
                              </p:par>
                              <p:par>
                                <p:cTn id="299" presetID="1" presetClass="entr" presetSubtype="0" fill="hold" nodeType="withEffect">
                                  <p:stCondLst>
                                    <p:cond delay="100"/>
                                  </p:stCondLst>
                                  <p:childTnLst>
                                    <p:set>
                                      <p:cBhvr>
                                        <p:cTn id="300" dur="1" fill="hold">
                                          <p:stCondLst>
                                            <p:cond delay="0"/>
                                          </p:stCondLst>
                                        </p:cTn>
                                        <p:tgtEl>
                                          <p:spTgt spid="266"/>
                                        </p:tgtEl>
                                        <p:attrNameLst>
                                          <p:attrName>style.visibility</p:attrName>
                                        </p:attrNameLst>
                                      </p:cBhvr>
                                      <p:to>
                                        <p:strVal val="visible"/>
                                      </p:to>
                                    </p:set>
                                  </p:childTnLst>
                                </p:cTn>
                              </p:par>
                              <p:par>
                                <p:cTn id="301" presetID="42" presetClass="path" presetSubtype="0" accel="100000" fill="hold" nodeType="withEffect">
                                  <p:stCondLst>
                                    <p:cond delay="100"/>
                                  </p:stCondLst>
                                  <p:childTnLst>
                                    <p:animMotion origin="layout" path="M 1.38889E-6 -1.95551E-6 L 0.67448 -0.75718 " pathEditMode="relative" rAng="0" ptsTypes="AA">
                                      <p:cBhvr>
                                        <p:cTn id="302" dur="750" spd="-100000" fill="hold"/>
                                        <p:tgtEl>
                                          <p:spTgt spid="266"/>
                                        </p:tgtEl>
                                        <p:attrNameLst>
                                          <p:attrName>ppt_x</p:attrName>
                                          <p:attrName>ppt_y</p:attrName>
                                        </p:attrNameLst>
                                      </p:cBhvr>
                                      <p:rCtr x="33715" y="-37844"/>
                                    </p:animMotion>
                                  </p:childTnLst>
                                </p:cTn>
                              </p:par>
                              <p:par>
                                <p:cTn id="303" presetID="42" presetClass="path" presetSubtype="0" decel="100000" fill="hold" nodeType="withEffect">
                                  <p:stCondLst>
                                    <p:cond delay="850"/>
                                  </p:stCondLst>
                                  <p:childTnLst>
                                    <p:animMotion origin="layout" path="M -3.33333E-6 -3.08642E-6 L -0.68784 0.75525 " pathEditMode="relative" rAng="0" ptsTypes="AA">
                                      <p:cBhvr>
                                        <p:cTn id="304" dur="750" fill="hold"/>
                                        <p:tgtEl>
                                          <p:spTgt spid="266"/>
                                        </p:tgtEl>
                                        <p:attrNameLst>
                                          <p:attrName>ppt_x</p:attrName>
                                          <p:attrName>ppt_y</p:attrName>
                                        </p:attrNameLst>
                                      </p:cBhvr>
                                      <p:rCtr x="-34392" y="37747"/>
                                    </p:animMotion>
                                  </p:childTnLst>
                                </p:cTn>
                              </p:par>
                              <p:par>
                                <p:cTn id="305" presetID="1" presetClass="entr" presetSubtype="0" fill="hold" nodeType="withEffect">
                                  <p:stCondLst>
                                    <p:cond delay="200"/>
                                  </p:stCondLst>
                                  <p:childTnLst>
                                    <p:set>
                                      <p:cBhvr>
                                        <p:cTn id="306" dur="1" fill="hold">
                                          <p:stCondLst>
                                            <p:cond delay="0"/>
                                          </p:stCondLst>
                                        </p:cTn>
                                        <p:tgtEl>
                                          <p:spTgt spid="267"/>
                                        </p:tgtEl>
                                        <p:attrNameLst>
                                          <p:attrName>style.visibility</p:attrName>
                                        </p:attrNameLst>
                                      </p:cBhvr>
                                      <p:to>
                                        <p:strVal val="visible"/>
                                      </p:to>
                                    </p:set>
                                  </p:childTnLst>
                                </p:cTn>
                              </p:par>
                              <p:par>
                                <p:cTn id="307" presetID="42" presetClass="path" presetSubtype="0" accel="100000" fill="hold" nodeType="withEffect">
                                  <p:stCondLst>
                                    <p:cond delay="200"/>
                                  </p:stCondLst>
                                  <p:childTnLst>
                                    <p:animMotion origin="layout" path="M 1.38889E-6 -1.95551E-6 L 0.67448 -0.75718 " pathEditMode="relative" rAng="0" ptsTypes="AA">
                                      <p:cBhvr>
                                        <p:cTn id="308" dur="750" spd="-100000" fill="hold"/>
                                        <p:tgtEl>
                                          <p:spTgt spid="267"/>
                                        </p:tgtEl>
                                        <p:attrNameLst>
                                          <p:attrName>ppt_x</p:attrName>
                                          <p:attrName>ppt_y</p:attrName>
                                        </p:attrNameLst>
                                      </p:cBhvr>
                                      <p:rCtr x="33715" y="-37844"/>
                                    </p:animMotion>
                                  </p:childTnLst>
                                </p:cTn>
                              </p:par>
                              <p:par>
                                <p:cTn id="309" presetID="42" presetClass="path" presetSubtype="0" decel="100000" fill="hold" nodeType="withEffect">
                                  <p:stCondLst>
                                    <p:cond delay="950"/>
                                  </p:stCondLst>
                                  <p:childTnLst>
                                    <p:animMotion origin="layout" path="M -3.33333E-6 -3.08642E-6 L -0.68784 0.75525 " pathEditMode="relative" rAng="0" ptsTypes="AA">
                                      <p:cBhvr>
                                        <p:cTn id="310" dur="750" fill="hold"/>
                                        <p:tgtEl>
                                          <p:spTgt spid="267"/>
                                        </p:tgtEl>
                                        <p:attrNameLst>
                                          <p:attrName>ppt_x</p:attrName>
                                          <p:attrName>ppt_y</p:attrName>
                                        </p:attrNameLst>
                                      </p:cBhvr>
                                      <p:rCtr x="-34392" y="37747"/>
                                    </p:animMotion>
                                  </p:childTnLst>
                                </p:cTn>
                              </p:par>
                              <p:par>
                                <p:cTn id="311" presetID="2" presetClass="entr" presetSubtype="8" decel="100000" fill="hold" grpId="0" nodeType="withEffect">
                                  <p:stCondLst>
                                    <p:cond delay="1800"/>
                                  </p:stCondLst>
                                  <p:childTnLst>
                                    <p:set>
                                      <p:cBhvr>
                                        <p:cTn id="312" dur="1" fill="hold">
                                          <p:stCondLst>
                                            <p:cond delay="0"/>
                                          </p:stCondLst>
                                        </p:cTn>
                                        <p:tgtEl>
                                          <p:spTgt spid="275"/>
                                        </p:tgtEl>
                                        <p:attrNameLst>
                                          <p:attrName>style.visibility</p:attrName>
                                        </p:attrNameLst>
                                      </p:cBhvr>
                                      <p:to>
                                        <p:strVal val="visible"/>
                                      </p:to>
                                    </p:set>
                                    <p:anim calcmode="lin" valueType="num">
                                      <p:cBhvr additive="base">
                                        <p:cTn id="313" dur="750" fill="hold"/>
                                        <p:tgtEl>
                                          <p:spTgt spid="275"/>
                                        </p:tgtEl>
                                        <p:attrNameLst>
                                          <p:attrName>ppt_x</p:attrName>
                                        </p:attrNameLst>
                                      </p:cBhvr>
                                      <p:tavLst>
                                        <p:tav tm="0">
                                          <p:val>
                                            <p:strVal val="0-#ppt_w/2"/>
                                          </p:val>
                                        </p:tav>
                                        <p:tav tm="100000">
                                          <p:val>
                                            <p:strVal val="#ppt_x"/>
                                          </p:val>
                                        </p:tav>
                                      </p:tavLst>
                                    </p:anim>
                                    <p:anim calcmode="lin" valueType="num">
                                      <p:cBhvr additive="base">
                                        <p:cTn id="314" dur="750" fill="hold"/>
                                        <p:tgtEl>
                                          <p:spTgt spid="275"/>
                                        </p:tgtEl>
                                        <p:attrNameLst>
                                          <p:attrName>ppt_y</p:attrName>
                                        </p:attrNameLst>
                                      </p:cBhvr>
                                      <p:tavLst>
                                        <p:tav tm="0">
                                          <p:val>
                                            <p:strVal val="#ppt_y"/>
                                          </p:val>
                                        </p:tav>
                                        <p:tav tm="100000">
                                          <p:val>
                                            <p:strVal val="#ppt_y"/>
                                          </p:val>
                                        </p:tav>
                                      </p:tavLst>
                                    </p:anim>
                                  </p:childTnLst>
                                </p:cTn>
                              </p:par>
                              <p:par>
                                <p:cTn id="315" presetID="23" presetClass="entr" presetSubtype="288" fill="hold" nodeType="withEffect">
                                  <p:stCondLst>
                                    <p:cond delay="1300"/>
                                  </p:stCondLst>
                                  <p:childTnLst>
                                    <p:set>
                                      <p:cBhvr>
                                        <p:cTn id="316" dur="1" fill="hold">
                                          <p:stCondLst>
                                            <p:cond delay="0"/>
                                          </p:stCondLst>
                                        </p:cTn>
                                        <p:tgtEl>
                                          <p:spTgt spid="270"/>
                                        </p:tgtEl>
                                        <p:attrNameLst>
                                          <p:attrName>style.visibility</p:attrName>
                                        </p:attrNameLst>
                                      </p:cBhvr>
                                      <p:to>
                                        <p:strVal val="visible"/>
                                      </p:to>
                                    </p:set>
                                    <p:anim calcmode="lin" valueType="num">
                                      <p:cBhvr>
                                        <p:cTn id="317" dur="250" fill="hold"/>
                                        <p:tgtEl>
                                          <p:spTgt spid="270"/>
                                        </p:tgtEl>
                                        <p:attrNameLst>
                                          <p:attrName>ppt_w</p:attrName>
                                        </p:attrNameLst>
                                      </p:cBhvr>
                                      <p:tavLst>
                                        <p:tav tm="0">
                                          <p:val>
                                            <p:strVal val="4/3*#ppt_w"/>
                                          </p:val>
                                        </p:tav>
                                        <p:tav tm="100000">
                                          <p:val>
                                            <p:strVal val="#ppt_w"/>
                                          </p:val>
                                        </p:tav>
                                      </p:tavLst>
                                    </p:anim>
                                    <p:anim calcmode="lin" valueType="num">
                                      <p:cBhvr>
                                        <p:cTn id="318" dur="250" fill="hold"/>
                                        <p:tgtEl>
                                          <p:spTgt spid="270"/>
                                        </p:tgtEl>
                                        <p:attrNameLst>
                                          <p:attrName>ppt_h</p:attrName>
                                        </p:attrNameLst>
                                      </p:cBhvr>
                                      <p:tavLst>
                                        <p:tav tm="0">
                                          <p:val>
                                            <p:strVal val="4/3*#ppt_h"/>
                                          </p:val>
                                        </p:tav>
                                        <p:tav tm="100000">
                                          <p:val>
                                            <p:strVal val="#ppt_h"/>
                                          </p:val>
                                        </p:tav>
                                      </p:tavLst>
                                    </p:anim>
                                  </p:childTnLst>
                                </p:cTn>
                              </p:par>
                              <p:par>
                                <p:cTn id="319" presetID="10" presetClass="entr" presetSubtype="0" fill="hold" nodeType="withEffect">
                                  <p:stCondLst>
                                    <p:cond delay="1300"/>
                                  </p:stCondLst>
                                  <p:childTnLst>
                                    <p:set>
                                      <p:cBhvr>
                                        <p:cTn id="320" dur="1" fill="hold">
                                          <p:stCondLst>
                                            <p:cond delay="0"/>
                                          </p:stCondLst>
                                        </p:cTn>
                                        <p:tgtEl>
                                          <p:spTgt spid="270"/>
                                        </p:tgtEl>
                                        <p:attrNameLst>
                                          <p:attrName>style.visibility</p:attrName>
                                        </p:attrNameLst>
                                      </p:cBhvr>
                                      <p:to>
                                        <p:strVal val="visible"/>
                                      </p:to>
                                    </p:set>
                                    <p:animEffect transition="in" filter="fade">
                                      <p:cBhvr>
                                        <p:cTn id="321" dur="250"/>
                                        <p:tgtEl>
                                          <p:spTgt spid="270"/>
                                        </p:tgtEl>
                                      </p:cBhvr>
                                    </p:animEffect>
                                  </p:childTnLst>
                                </p:cTn>
                              </p:par>
                              <p:par>
                                <p:cTn id="322" presetID="6" presetClass="emph" presetSubtype="0" autoRev="1" fill="hold" nodeType="withEffect">
                                  <p:stCondLst>
                                    <p:cond delay="1450"/>
                                  </p:stCondLst>
                                  <p:childTnLst>
                                    <p:animScale>
                                      <p:cBhvr>
                                        <p:cTn id="323" dur="200" fill="hold"/>
                                        <p:tgtEl>
                                          <p:spTgt spid="270"/>
                                        </p:tgtEl>
                                      </p:cBhvr>
                                      <p:by x="90000" y="9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05693"/>
            <a:ext cx="12192000" cy="6252307"/>
          </a:xfrm>
          <a:prstGeom prst="rect">
            <a:avLst/>
          </a:prstGeom>
        </p:spPr>
      </p:pic>
      <p:sp>
        <p:nvSpPr>
          <p:cNvPr id="6" name="Rectangle 5"/>
          <p:cNvSpPr/>
          <p:nvPr userDrawn="1"/>
        </p:nvSpPr>
        <p:spPr>
          <a:xfrm>
            <a:off x="0" y="0"/>
            <a:ext cx="12192000" cy="740701"/>
          </a:xfrm>
          <a:prstGeom prst="rect">
            <a:avLst/>
          </a:prstGeom>
          <a:gradFill>
            <a:gsLst>
              <a:gs pos="33000">
                <a:srgbClr val="F2C105"/>
              </a:gs>
              <a:gs pos="87000">
                <a:srgbClr val="C2980B"/>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prstClr val="white"/>
              </a:solidFill>
            </a:endParaRPr>
          </a:p>
        </p:txBody>
      </p:sp>
      <p:sp>
        <p:nvSpPr>
          <p:cNvPr id="2" name="Title 1"/>
          <p:cNvSpPr>
            <a:spLocks noGrp="1"/>
          </p:cNvSpPr>
          <p:nvPr>
            <p:ph type="title"/>
          </p:nvPr>
        </p:nvSpPr>
        <p:spPr>
          <a:xfrm>
            <a:off x="81280" y="149907"/>
            <a:ext cx="9854400" cy="492443"/>
          </a:xfrm>
          <a:noFill/>
        </p:spPr>
        <p:txBody>
          <a:bodyPr wrap="square" rtlCol="0">
            <a:noAutofit/>
          </a:bodyPr>
          <a:lstStyle>
            <a:lvl1pPr algn="l">
              <a:defRPr lang="en-GB" sz="2400" dirty="0">
                <a:solidFill>
                  <a:schemeClr val="bg1"/>
                </a:solidFill>
                <a:latin typeface="Segoe UI Light" panose="020B0502040204020203" pitchFamily="34" charset="0"/>
                <a:ea typeface="+mn-ea"/>
                <a:cs typeface="Segoe UI Light" panose="020B0502040204020203" pitchFamily="34" charset="0"/>
              </a:defRPr>
            </a:lvl1pPr>
          </a:lstStyle>
          <a:p>
            <a:pPr marL="0" lvl="0" algn="l"/>
            <a:r>
              <a:rPr lang="en-US" dirty="0"/>
              <a:t>Click to edit Master title style</a:t>
            </a:r>
            <a:endParaRPr lang="en-GB" dirty="0"/>
          </a:p>
        </p:txBody>
      </p:sp>
      <p:pic>
        <p:nvPicPr>
          <p:cNvPr id="1027" name="Picture 3">
            <a:hlinkClick r:id="" action="ppaction://noaction"/>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0409219" y="219078"/>
            <a:ext cx="1416695" cy="316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509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2" y="0"/>
            <a:ext cx="12200112" cy="6858000"/>
          </a:xfrm>
          <a:prstGeom prst="rect">
            <a:avLst/>
          </a:prstGeom>
        </p:spPr>
      </p:pic>
      <p:sp>
        <p:nvSpPr>
          <p:cNvPr id="4" name="Rectangle 3"/>
          <p:cNvSpPr/>
          <p:nvPr userDrawn="1"/>
        </p:nvSpPr>
        <p:spPr>
          <a:xfrm>
            <a:off x="-8112" y="0"/>
            <a:ext cx="12200112" cy="6858000"/>
          </a:xfrm>
          <a:prstGeom prst="rect">
            <a:avLst/>
          </a:prstGeom>
          <a:gradFill flip="none" rotWithShape="1">
            <a:gsLst>
              <a:gs pos="84000">
                <a:srgbClr val="F2C105">
                  <a:alpha val="30000"/>
                </a:srgbClr>
              </a:gs>
              <a:gs pos="100000">
                <a:srgbClr val="C2980B">
                  <a:alpha val="3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240000" rtlCol="0" anchor="ctr"/>
          <a:lstStyle/>
          <a:p>
            <a:endParaRPr lang="en-GB" sz="3200" dirty="0">
              <a:solidFill>
                <a:srgbClr val="367FB3">
                  <a:lumMod val="75000"/>
                </a:srgbClr>
              </a:solidFill>
            </a:endParaRPr>
          </a:p>
        </p:txBody>
      </p:sp>
      <p:sp>
        <p:nvSpPr>
          <p:cNvPr id="3" name="Rectangle 2"/>
          <p:cNvSpPr/>
          <p:nvPr userDrawn="1"/>
        </p:nvSpPr>
        <p:spPr>
          <a:xfrm>
            <a:off x="-8112" y="4375230"/>
            <a:ext cx="12200112" cy="1632181"/>
          </a:xfrm>
          <a:prstGeom prst="rect">
            <a:avLst/>
          </a:prstGeom>
          <a:gradFill flip="none" rotWithShape="1">
            <a:gsLst>
              <a:gs pos="63000">
                <a:schemeClr val="bg1">
                  <a:alpha val="70000"/>
                </a:schemeClr>
              </a:gs>
              <a:gs pos="93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240000" rtlCol="0" anchor="ctr"/>
          <a:lstStyle/>
          <a:p>
            <a:endParaRPr lang="en-GB" sz="3200" dirty="0">
              <a:solidFill>
                <a:srgbClr val="367FB3">
                  <a:lumMod val="75000"/>
                </a:srgbClr>
              </a:solidFill>
            </a:endParaRPr>
          </a:p>
        </p:txBody>
      </p:sp>
      <p:sp>
        <p:nvSpPr>
          <p:cNvPr id="6" name="Title 1"/>
          <p:cNvSpPr>
            <a:spLocks noGrp="1"/>
          </p:cNvSpPr>
          <p:nvPr>
            <p:ph type="title"/>
          </p:nvPr>
        </p:nvSpPr>
        <p:spPr>
          <a:xfrm>
            <a:off x="127355" y="4945099"/>
            <a:ext cx="9854400" cy="492443"/>
          </a:xfrm>
          <a:noFill/>
        </p:spPr>
        <p:txBody>
          <a:bodyPr wrap="square" rtlCol="0">
            <a:noAutofit/>
          </a:bodyPr>
          <a:lstStyle>
            <a:lvl1pPr marL="0" algn="l" defTabSz="1219170" rtl="0" eaLnBrk="1" latinLnBrk="0" hangingPunct="1">
              <a:defRPr lang="en-GB" sz="3200" kern="1200" dirty="0">
                <a:solidFill>
                  <a:schemeClr val="tx1">
                    <a:lumMod val="65000"/>
                    <a:lumOff val="35000"/>
                  </a:schemeClr>
                </a:solidFill>
                <a:latin typeface="+mn-lt"/>
                <a:ea typeface="+mn-ea"/>
                <a:cs typeface="+mn-cs"/>
              </a:defRPr>
            </a:lvl1pPr>
          </a:lstStyle>
          <a:p>
            <a:pPr marL="0" lvl="0" algn="l"/>
            <a:r>
              <a:rPr lang="en-US" dirty="0"/>
              <a:t>Click to edit Master title style</a:t>
            </a:r>
            <a:endParaRPr lang="en-GB" dirty="0"/>
          </a:p>
        </p:txBody>
      </p:sp>
      <p:pic>
        <p:nvPicPr>
          <p:cNvPr id="7" name="Picture 3">
            <a:hlinkClick r:id="" action="ppaction://noaction"/>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0409219" y="219078"/>
            <a:ext cx="1416695" cy="316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770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1607F-1581-442D-AE25-60FBF61095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4C208D-A8DD-472D-8EF1-A61F4D91D6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4D28F9-8933-4264-9292-9D1021983C6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6BA4E-506F-4705-9CD2-BBBF79D7D74A}" type="datetimeFigureOut">
              <a:rPr kumimoji="0" lang="en-US" sz="1000" b="0" i="0" u="none" strike="noStrike" kern="1200" cap="none" spc="0" normalizeH="0" baseline="0" noProof="0" smtClean="0">
                <a:ln>
                  <a:noFill/>
                </a:ln>
                <a:solidFill>
                  <a:srgbClr val="FFFFFF">
                    <a:lumMod val="50000"/>
                  </a:srgbClr>
                </a:solidFill>
                <a:effectLst/>
                <a:uLnTx/>
                <a:uFillTx/>
                <a:latin typeface="Equinor"/>
                <a:ea typeface="+mn-ea"/>
                <a:cs typeface="+mn-cs"/>
                <a:sym typeface="+mn-lt"/>
              </a:rPr>
              <a:pPr marL="0" marR="0" lvl="0" indent="0" algn="r" defTabSz="914400" rtl="0" eaLnBrk="1" fontAlgn="auto" latinLnBrk="0" hangingPunct="1">
                <a:lnSpc>
                  <a:spcPct val="100000"/>
                </a:lnSpc>
                <a:spcBef>
                  <a:spcPts val="0"/>
                </a:spcBef>
                <a:spcAft>
                  <a:spcPts val="0"/>
                </a:spcAft>
                <a:buClrTx/>
                <a:buSzTx/>
                <a:buFontTx/>
                <a:buNone/>
                <a:tabLst/>
                <a:defRPr/>
              </a:pPr>
              <a:t>11/25/2025</a:t>
            </a:fld>
            <a:endParaRPr kumimoji="0" lang="en-US" sz="1000" b="0" i="0" u="none" strike="noStrike" kern="1200" cap="none" spc="0" normalizeH="0" baseline="0" noProof="0">
              <a:ln>
                <a:noFill/>
              </a:ln>
              <a:solidFill>
                <a:srgbClr val="FFFFFF">
                  <a:lumMod val="50000"/>
                </a:srgbClr>
              </a:solidFill>
              <a:effectLst/>
              <a:uLnTx/>
              <a:uFillTx/>
              <a:latin typeface="Equinor"/>
              <a:ea typeface="+mn-ea"/>
              <a:cs typeface="+mn-cs"/>
              <a:sym typeface="+mn-lt"/>
            </a:endParaRPr>
          </a:p>
        </p:txBody>
      </p:sp>
      <p:sp>
        <p:nvSpPr>
          <p:cNvPr id="5" name="Footer Placeholder 4">
            <a:extLst>
              <a:ext uri="{FF2B5EF4-FFF2-40B4-BE49-F238E27FC236}">
                <a16:creationId xmlns:a16="http://schemas.microsoft.com/office/drawing/2014/main" id="{5D22BBD7-D574-49D7-AC9C-5A49090922C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33333"/>
              </a:solidFill>
              <a:effectLst/>
              <a:uLnTx/>
              <a:uFillTx/>
              <a:latin typeface="Equinor"/>
              <a:ea typeface="+mn-ea"/>
              <a:cs typeface="+mn-cs"/>
            </a:endParaRPr>
          </a:p>
        </p:txBody>
      </p:sp>
      <p:sp>
        <p:nvSpPr>
          <p:cNvPr id="6" name="Slide Number Placeholder 5">
            <a:extLst>
              <a:ext uri="{FF2B5EF4-FFF2-40B4-BE49-F238E27FC236}">
                <a16:creationId xmlns:a16="http://schemas.microsoft.com/office/drawing/2014/main" id="{A4D95428-A736-4212-9C42-03F97A74EB0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001F884-9E9E-49CB-A0ED-2A857A6CFB8C}" type="slidenum">
              <a:rPr kumimoji="0" lang="en-US" sz="1800" b="0" i="0" u="none" strike="noStrike" kern="1200" cap="none" spc="0" normalizeH="0" baseline="0" noProof="0" smtClean="0">
                <a:ln>
                  <a:noFill/>
                </a:ln>
                <a:solidFill>
                  <a:srgbClr val="333333"/>
                </a:solidFill>
                <a:effectLst/>
                <a:uLnTx/>
                <a:uFillTx/>
                <a:latin typeface="Equinor"/>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333333"/>
              </a:solidFill>
              <a:effectLst/>
              <a:uLnTx/>
              <a:uFillTx/>
              <a:latin typeface="Equinor"/>
              <a:ea typeface="+mn-ea"/>
              <a:cs typeface="+mn-cs"/>
            </a:endParaRPr>
          </a:p>
        </p:txBody>
      </p:sp>
    </p:spTree>
    <p:extLst>
      <p:ext uri="{BB962C8B-B14F-4D97-AF65-F5344CB8AC3E}">
        <p14:creationId xmlns:p14="http://schemas.microsoft.com/office/powerpoint/2010/main" val="2905533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CAF0ACBD-147D-4489-920D-9981933121DD}" type="datetimeFigureOut">
              <a:rPr lang="en-GB" smtClean="0">
                <a:solidFill>
                  <a:prstClr val="black">
                    <a:tint val="75000"/>
                  </a:prstClr>
                </a:solidFill>
              </a:rPr>
              <a:pPr/>
              <a:t>25/11/2025</a:t>
            </a:fld>
            <a:endParaRPr lang="en-GB" dirty="0">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GB" dirty="0">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9AC8D56-D18E-4319-AA8C-3880796AA115}" type="slidenum">
              <a:rPr lang="en-GB" smtClean="0">
                <a:solidFill>
                  <a:prstClr val="black">
                    <a:tint val="75000"/>
                  </a:prstClr>
                </a:solidFill>
              </a:rPr>
              <a:pPr/>
              <a:t>‹#›</a:t>
            </a:fld>
            <a:endParaRPr lang="en-GB" dirty="0">
              <a:solidFill>
                <a:prstClr val="black">
                  <a:tint val="75000"/>
                </a:prstClr>
              </a:solidFill>
            </a:endParaRPr>
          </a:p>
        </p:txBody>
      </p:sp>
    </p:spTree>
    <p:extLst>
      <p:ext uri="{BB962C8B-B14F-4D97-AF65-F5344CB8AC3E}">
        <p14:creationId xmlns:p14="http://schemas.microsoft.com/office/powerpoint/2010/main" val="183890263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7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1B332-C243-4E73-5439-D9231BEAB49A}"/>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B5F2835-BFD2-FFB6-1B55-03EAACF3CFB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304866" y="6543938"/>
            <a:ext cx="1176464" cy="2588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a:extLst>
              <a:ext uri="{FF2B5EF4-FFF2-40B4-BE49-F238E27FC236}">
                <a16:creationId xmlns:a16="http://schemas.microsoft.com/office/drawing/2014/main" id="{7FD33792-1C2E-C18D-0FE1-C93FDE51C27F}"/>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540944" y="6432639"/>
            <a:ext cx="962471" cy="38113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ECEFF3A8-00A1-ACD7-CAB1-876668C2025A}"/>
              </a:ext>
            </a:extLst>
          </p:cNvPr>
          <p:cNvPicPr>
            <a:picLocks noChangeAspect="1"/>
          </p:cNvPicPr>
          <p:nvPr/>
        </p:nvPicPr>
        <p:blipFill rotWithShape="1">
          <a:blip r:embed="rId4"/>
          <a:srcRect b="19867"/>
          <a:stretch/>
        </p:blipFill>
        <p:spPr>
          <a:xfrm>
            <a:off x="6401044" y="6508695"/>
            <a:ext cx="1685336" cy="299543"/>
          </a:xfrm>
          <a:prstGeom prst="rect">
            <a:avLst/>
          </a:prstGeom>
        </p:spPr>
      </p:pic>
      <p:pic>
        <p:nvPicPr>
          <p:cNvPr id="14" name="Picture 7" descr="Icon&#10;&#10;Description automatically generated">
            <a:extLst>
              <a:ext uri="{FF2B5EF4-FFF2-40B4-BE49-F238E27FC236}">
                <a16:creationId xmlns:a16="http://schemas.microsoft.com/office/drawing/2014/main" id="{ED38E848-3A26-2EFD-E124-D1FF78557AFD}"/>
              </a:ext>
            </a:extLst>
          </p:cNvPr>
          <p:cNvPicPr>
            <a:picLocks noChangeAspect="1"/>
          </p:cNvPicPr>
          <p:nvPr/>
        </p:nvPicPr>
        <p:blipFill>
          <a:blip r:embed="rId5"/>
          <a:stretch>
            <a:fillRect/>
          </a:stretch>
        </p:blipFill>
        <p:spPr>
          <a:xfrm>
            <a:off x="8801945" y="6541148"/>
            <a:ext cx="993254" cy="299542"/>
          </a:xfrm>
          <a:prstGeom prst="rect">
            <a:avLst/>
          </a:prstGeom>
        </p:spPr>
      </p:pic>
      <p:sp>
        <p:nvSpPr>
          <p:cNvPr id="2" name="Title 7">
            <a:extLst>
              <a:ext uri="{FF2B5EF4-FFF2-40B4-BE49-F238E27FC236}">
                <a16:creationId xmlns:a16="http://schemas.microsoft.com/office/drawing/2014/main" id="{808EBE66-6E8C-0B09-E91B-0961199E3A8F}"/>
              </a:ext>
            </a:extLst>
          </p:cNvPr>
          <p:cNvSpPr txBox="1">
            <a:spLocks/>
          </p:cNvSpPr>
          <p:nvPr/>
        </p:nvSpPr>
        <p:spPr>
          <a:xfrm>
            <a:off x="522480" y="231594"/>
            <a:ext cx="10916852" cy="307777"/>
          </a:xfrm>
          <a:prstGeom prst="rect">
            <a:avLst/>
          </a:prstGeom>
          <a:ln>
            <a:solidFill>
              <a:schemeClr val="tx2"/>
            </a:solidFill>
          </a:ln>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sym typeface="+mj-lt"/>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a:noFill/>
                </a:ln>
                <a:solidFill>
                  <a:srgbClr val="333333"/>
                </a:solidFill>
                <a:effectLst/>
                <a:uLnTx/>
                <a:uFillTx/>
                <a:latin typeface="Equinor Medium"/>
                <a:ea typeface="+mj-ea"/>
                <a:cs typeface="+mj-cs"/>
                <a:sym typeface="+mj-lt"/>
              </a:rPr>
              <a:t> </a:t>
            </a:r>
            <a:r>
              <a:rPr kumimoji="0" lang="en-US" sz="2000" b="1" i="0" u="none" strike="noStrike" kern="1200" cap="none" spc="0" normalizeH="0" baseline="0" noProof="0">
                <a:ln>
                  <a:noFill/>
                </a:ln>
                <a:solidFill>
                  <a:srgbClr val="333333"/>
                </a:solidFill>
                <a:effectLst/>
                <a:uLnTx/>
                <a:uFillTx/>
                <a:latin typeface="Arial Black"/>
                <a:ea typeface="+mj-ea"/>
                <a:cs typeface="+mj-cs"/>
                <a:sym typeface="+mj-lt"/>
              </a:rPr>
              <a:t>D I S C  </a:t>
            </a:r>
            <a:r>
              <a:rPr kumimoji="0" lang="en-US" sz="2000" b="0" i="0" u="none" strike="noStrike" kern="1200" cap="none" spc="0" normalizeH="0" baseline="0" noProof="0">
                <a:ln>
                  <a:noFill/>
                </a:ln>
                <a:solidFill>
                  <a:srgbClr val="333333"/>
                </a:solidFill>
                <a:effectLst/>
                <a:uLnTx/>
                <a:uFillTx/>
                <a:latin typeface="Equinor Medium"/>
                <a:ea typeface="+mj-ea"/>
                <a:cs typeface="+mj-cs"/>
                <a:sym typeface="+mj-lt"/>
              </a:rPr>
              <a:t>||   </a:t>
            </a:r>
            <a:r>
              <a:rPr kumimoji="0" lang="en-US" sz="1800" b="0" i="1" u="none" strike="noStrike" kern="1200" cap="none" spc="0" normalizeH="0" baseline="0" noProof="0">
                <a:ln>
                  <a:noFill/>
                </a:ln>
                <a:solidFill>
                  <a:srgbClr val="333333"/>
                </a:solidFill>
                <a:effectLst/>
                <a:uLnTx/>
                <a:uFillTx/>
                <a:latin typeface="Equinor Medium"/>
                <a:ea typeface="+mj-ea"/>
                <a:cs typeface="+mj-cs"/>
                <a:sym typeface="+mj-lt"/>
              </a:rPr>
              <a:t>DIGITALISATION – INDUSTRIALISATION – STANDARDISATION - COLLABORATION</a:t>
            </a:r>
            <a:endParaRPr kumimoji="0" lang="en-US" sz="2000" b="0" i="1" u="none" strike="noStrike" kern="1200" cap="none" spc="0" normalizeH="0" baseline="0" noProof="0">
              <a:ln>
                <a:noFill/>
              </a:ln>
              <a:solidFill>
                <a:srgbClr val="333333"/>
              </a:solidFill>
              <a:effectLst/>
              <a:uLnTx/>
              <a:uFillTx/>
              <a:latin typeface="Equinor Medium"/>
              <a:ea typeface="+mj-ea"/>
              <a:cs typeface="+mj-cs"/>
              <a:sym typeface="+mj-lt"/>
            </a:endParaRPr>
          </a:p>
        </p:txBody>
      </p:sp>
      <p:sp>
        <p:nvSpPr>
          <p:cNvPr id="4" name="Title 3">
            <a:extLst>
              <a:ext uri="{FF2B5EF4-FFF2-40B4-BE49-F238E27FC236}">
                <a16:creationId xmlns:a16="http://schemas.microsoft.com/office/drawing/2014/main" id="{4B0303E6-84B9-7B00-99EA-8196D6805179}"/>
              </a:ext>
            </a:extLst>
          </p:cNvPr>
          <p:cNvSpPr>
            <a:spLocks noGrp="1"/>
          </p:cNvSpPr>
          <p:nvPr>
            <p:ph type="title"/>
          </p:nvPr>
        </p:nvSpPr>
        <p:spPr>
          <a:xfrm>
            <a:off x="522480" y="727312"/>
            <a:ext cx="10972800" cy="585440"/>
          </a:xfrm>
        </p:spPr>
        <p:txBody>
          <a:bodyPr>
            <a:normAutofit/>
          </a:bodyPr>
          <a:lstStyle/>
          <a:p>
            <a:pPr algn="l"/>
            <a:r>
              <a:rPr lang="en-GB" sz="2800" dirty="0"/>
              <a:t>Custom Equipment Package</a:t>
            </a:r>
          </a:p>
        </p:txBody>
      </p:sp>
      <p:sp>
        <p:nvSpPr>
          <p:cNvPr id="3" name="TextBox 2">
            <a:extLst>
              <a:ext uri="{FF2B5EF4-FFF2-40B4-BE49-F238E27FC236}">
                <a16:creationId xmlns:a16="http://schemas.microsoft.com/office/drawing/2014/main" id="{92F45F3B-3B4F-9720-30EC-AF6C61D7B67F}"/>
              </a:ext>
            </a:extLst>
          </p:cNvPr>
          <p:cNvSpPr txBox="1"/>
          <p:nvPr/>
        </p:nvSpPr>
        <p:spPr>
          <a:xfrm>
            <a:off x="559688" y="1333539"/>
            <a:ext cx="10879644" cy="4832092"/>
          </a:xfrm>
          <a:prstGeom prst="rect">
            <a:avLst/>
          </a:prstGeom>
          <a:noFill/>
        </p:spPr>
        <p:txBody>
          <a:bodyPr wrap="square" rtlCol="0">
            <a:spAutoFit/>
          </a:bodyPr>
          <a:lstStyle/>
          <a:p>
            <a:r>
              <a:rPr lang="en-GB" b="1" u="sng" dirty="0"/>
              <a:t>Gap:</a:t>
            </a:r>
          </a:p>
          <a:p>
            <a:r>
              <a:rPr lang="en-GB" sz="1600" dirty="0"/>
              <a:t>No standardized approach within DISC to represent and model equipment/instrument packages on the P&amp;ID.</a:t>
            </a:r>
          </a:p>
          <a:p>
            <a:endParaRPr lang="en-GB" sz="1600" dirty="0"/>
          </a:p>
          <a:p>
            <a:r>
              <a:rPr lang="en-GB" b="1" u="sng" dirty="0"/>
              <a:t>Discussion:</a:t>
            </a:r>
          </a:p>
          <a:p>
            <a:r>
              <a:rPr lang="en-GB" sz="1600" dirty="0"/>
              <a:t>This gap was examined in depth during the technical meetings, and a final approach was agreed upon at the DISC DEXPI workshop on 20.11.2025.</a:t>
            </a:r>
          </a:p>
          <a:p>
            <a:r>
              <a:rPr lang="en-GB" sz="1600" dirty="0"/>
              <a:t>The conclusion: the package boundary shown on the P&amp;ID represents an equipment or instrumentation package boundary. The content inside this boundary box may consist of one or more reference drawings and/or engineering elements.</a:t>
            </a:r>
          </a:p>
          <a:p>
            <a:endParaRPr lang="en-GB" sz="1600" dirty="0"/>
          </a:p>
          <a:p>
            <a:r>
              <a:rPr lang="en-GB" sz="1600" dirty="0"/>
              <a:t>The key functionality that the package boundary must represent is:</a:t>
            </a:r>
          </a:p>
          <a:p>
            <a:endParaRPr lang="en-GB" sz="800" dirty="0"/>
          </a:p>
          <a:p>
            <a:pPr marL="285750" indent="-285750">
              <a:buFont typeface="Arial" panose="020B0604020202020204" pitchFamily="34" charset="0"/>
              <a:buChar char="•"/>
            </a:pPr>
            <a:r>
              <a:rPr lang="en-GB" sz="1600" b="1" dirty="0"/>
              <a:t>An identifier</a:t>
            </a:r>
            <a:r>
              <a:rPr lang="en-GB" sz="1600" dirty="0"/>
              <a:t> — typically the main package equipment name — which allows users to navigate to the detailed information for the package. It is expected that the intelligent engineering tool will support hyperlinking between this main identifier and all relevant sub-elements and/or documents.</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b="1" dirty="0"/>
              <a:t>Uniquely identifiable connection points</a:t>
            </a:r>
            <a:r>
              <a:rPr lang="en-GB" sz="1600" dirty="0"/>
              <a:t> —  these define where the package boundary interfaces with existing facility systems or other “owned” parts of the plant. Connection points should display their identifier and, where relevant, their size. The intelligent engineering tool is also expected to store information associated with each connection point, including references to vendor or sub-vendor drawings that illustrate the “other side” of the interface.</a:t>
            </a:r>
          </a:p>
        </p:txBody>
      </p:sp>
    </p:spTree>
    <p:extLst>
      <p:ext uri="{BB962C8B-B14F-4D97-AF65-F5344CB8AC3E}">
        <p14:creationId xmlns:p14="http://schemas.microsoft.com/office/powerpoint/2010/main" val="2961292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EEBDD-34E4-C4F6-CABC-61473568C42A}"/>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16D5E9E-ED0B-3EB0-CF5B-30A123E497D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304866" y="6543938"/>
            <a:ext cx="1176464" cy="2588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a:extLst>
              <a:ext uri="{FF2B5EF4-FFF2-40B4-BE49-F238E27FC236}">
                <a16:creationId xmlns:a16="http://schemas.microsoft.com/office/drawing/2014/main" id="{EF869963-8366-3974-8741-0E0AE3A37DF7}"/>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540944" y="6432639"/>
            <a:ext cx="962471" cy="38113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A7578EC7-6C05-5A0C-1D2E-CFFE962C977F}"/>
              </a:ext>
            </a:extLst>
          </p:cNvPr>
          <p:cNvPicPr>
            <a:picLocks noChangeAspect="1"/>
          </p:cNvPicPr>
          <p:nvPr/>
        </p:nvPicPr>
        <p:blipFill rotWithShape="1">
          <a:blip r:embed="rId4"/>
          <a:srcRect b="19867"/>
          <a:stretch/>
        </p:blipFill>
        <p:spPr>
          <a:xfrm>
            <a:off x="6401044" y="6508695"/>
            <a:ext cx="1685336" cy="299543"/>
          </a:xfrm>
          <a:prstGeom prst="rect">
            <a:avLst/>
          </a:prstGeom>
        </p:spPr>
      </p:pic>
      <p:pic>
        <p:nvPicPr>
          <p:cNvPr id="14" name="Picture 7" descr="Icon&#10;&#10;Description automatically generated">
            <a:extLst>
              <a:ext uri="{FF2B5EF4-FFF2-40B4-BE49-F238E27FC236}">
                <a16:creationId xmlns:a16="http://schemas.microsoft.com/office/drawing/2014/main" id="{588EB486-EEF9-9F0C-1532-18980C82D92B}"/>
              </a:ext>
            </a:extLst>
          </p:cNvPr>
          <p:cNvPicPr>
            <a:picLocks noChangeAspect="1"/>
          </p:cNvPicPr>
          <p:nvPr/>
        </p:nvPicPr>
        <p:blipFill>
          <a:blip r:embed="rId5"/>
          <a:stretch>
            <a:fillRect/>
          </a:stretch>
        </p:blipFill>
        <p:spPr>
          <a:xfrm>
            <a:off x="8801945" y="6541148"/>
            <a:ext cx="993254" cy="299542"/>
          </a:xfrm>
          <a:prstGeom prst="rect">
            <a:avLst/>
          </a:prstGeom>
        </p:spPr>
      </p:pic>
      <p:sp>
        <p:nvSpPr>
          <p:cNvPr id="2" name="Title 7">
            <a:extLst>
              <a:ext uri="{FF2B5EF4-FFF2-40B4-BE49-F238E27FC236}">
                <a16:creationId xmlns:a16="http://schemas.microsoft.com/office/drawing/2014/main" id="{33504201-9C11-5B76-B96B-24D29224CE59}"/>
              </a:ext>
            </a:extLst>
          </p:cNvPr>
          <p:cNvSpPr txBox="1">
            <a:spLocks/>
          </p:cNvSpPr>
          <p:nvPr/>
        </p:nvSpPr>
        <p:spPr>
          <a:xfrm>
            <a:off x="522480" y="231594"/>
            <a:ext cx="10916852" cy="307777"/>
          </a:xfrm>
          <a:prstGeom prst="rect">
            <a:avLst/>
          </a:prstGeom>
          <a:ln>
            <a:solidFill>
              <a:schemeClr val="tx2"/>
            </a:solidFill>
          </a:ln>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sym typeface="+mj-lt"/>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a:noFill/>
                </a:ln>
                <a:solidFill>
                  <a:srgbClr val="333333"/>
                </a:solidFill>
                <a:effectLst/>
                <a:uLnTx/>
                <a:uFillTx/>
                <a:latin typeface="Equinor Medium"/>
                <a:ea typeface="+mj-ea"/>
                <a:cs typeface="+mj-cs"/>
                <a:sym typeface="+mj-lt"/>
              </a:rPr>
              <a:t> </a:t>
            </a:r>
            <a:r>
              <a:rPr kumimoji="0" lang="en-US" sz="2000" b="1" i="0" u="none" strike="noStrike" kern="1200" cap="none" spc="0" normalizeH="0" baseline="0" noProof="0">
                <a:ln>
                  <a:noFill/>
                </a:ln>
                <a:solidFill>
                  <a:srgbClr val="333333"/>
                </a:solidFill>
                <a:effectLst/>
                <a:uLnTx/>
                <a:uFillTx/>
                <a:latin typeface="Arial Black"/>
                <a:ea typeface="+mj-ea"/>
                <a:cs typeface="+mj-cs"/>
                <a:sym typeface="+mj-lt"/>
              </a:rPr>
              <a:t>D I S C  </a:t>
            </a:r>
            <a:r>
              <a:rPr kumimoji="0" lang="en-US" sz="2000" b="0" i="0" u="none" strike="noStrike" kern="1200" cap="none" spc="0" normalizeH="0" baseline="0" noProof="0">
                <a:ln>
                  <a:noFill/>
                </a:ln>
                <a:solidFill>
                  <a:srgbClr val="333333"/>
                </a:solidFill>
                <a:effectLst/>
                <a:uLnTx/>
                <a:uFillTx/>
                <a:latin typeface="Equinor Medium"/>
                <a:ea typeface="+mj-ea"/>
                <a:cs typeface="+mj-cs"/>
                <a:sym typeface="+mj-lt"/>
              </a:rPr>
              <a:t>||   </a:t>
            </a:r>
            <a:r>
              <a:rPr kumimoji="0" lang="en-US" sz="1800" b="0" i="1" u="none" strike="noStrike" kern="1200" cap="none" spc="0" normalizeH="0" baseline="0" noProof="0">
                <a:ln>
                  <a:noFill/>
                </a:ln>
                <a:solidFill>
                  <a:srgbClr val="333333"/>
                </a:solidFill>
                <a:effectLst/>
                <a:uLnTx/>
                <a:uFillTx/>
                <a:latin typeface="Equinor Medium"/>
                <a:ea typeface="+mj-ea"/>
                <a:cs typeface="+mj-cs"/>
                <a:sym typeface="+mj-lt"/>
              </a:rPr>
              <a:t>DIGITALISATION – INDUSTRIALISATION – STANDARDISATION - COLLABORATION</a:t>
            </a:r>
            <a:endParaRPr kumimoji="0" lang="en-US" sz="2000" b="0" i="1" u="none" strike="noStrike" kern="1200" cap="none" spc="0" normalizeH="0" baseline="0" noProof="0">
              <a:ln>
                <a:noFill/>
              </a:ln>
              <a:solidFill>
                <a:srgbClr val="333333"/>
              </a:solidFill>
              <a:effectLst/>
              <a:uLnTx/>
              <a:uFillTx/>
              <a:latin typeface="Equinor Medium"/>
              <a:ea typeface="+mj-ea"/>
              <a:cs typeface="+mj-cs"/>
              <a:sym typeface="+mj-lt"/>
            </a:endParaRPr>
          </a:p>
        </p:txBody>
      </p:sp>
      <p:sp>
        <p:nvSpPr>
          <p:cNvPr id="4" name="Title 3">
            <a:extLst>
              <a:ext uri="{FF2B5EF4-FFF2-40B4-BE49-F238E27FC236}">
                <a16:creationId xmlns:a16="http://schemas.microsoft.com/office/drawing/2014/main" id="{0C2EC9C5-5894-AD84-6289-4107CB76B12A}"/>
              </a:ext>
            </a:extLst>
          </p:cNvPr>
          <p:cNvSpPr>
            <a:spLocks noGrp="1"/>
          </p:cNvSpPr>
          <p:nvPr>
            <p:ph type="title"/>
          </p:nvPr>
        </p:nvSpPr>
        <p:spPr>
          <a:xfrm>
            <a:off x="522480" y="727312"/>
            <a:ext cx="10972800" cy="585440"/>
          </a:xfrm>
        </p:spPr>
        <p:txBody>
          <a:bodyPr>
            <a:normAutofit/>
          </a:bodyPr>
          <a:lstStyle/>
          <a:p>
            <a:pPr algn="l"/>
            <a:r>
              <a:rPr lang="en-GB" sz="2800" dirty="0"/>
              <a:t>Custom Equipment Package</a:t>
            </a:r>
          </a:p>
        </p:txBody>
      </p:sp>
      <p:sp>
        <p:nvSpPr>
          <p:cNvPr id="3" name="TextBox 2">
            <a:extLst>
              <a:ext uri="{FF2B5EF4-FFF2-40B4-BE49-F238E27FC236}">
                <a16:creationId xmlns:a16="http://schemas.microsoft.com/office/drawing/2014/main" id="{35CB3E36-1A09-EB3A-9F14-2F799B117155}"/>
              </a:ext>
            </a:extLst>
          </p:cNvPr>
          <p:cNvSpPr txBox="1"/>
          <p:nvPr/>
        </p:nvSpPr>
        <p:spPr>
          <a:xfrm>
            <a:off x="559688" y="1333539"/>
            <a:ext cx="10879644" cy="1107996"/>
          </a:xfrm>
          <a:prstGeom prst="rect">
            <a:avLst/>
          </a:prstGeom>
          <a:noFill/>
        </p:spPr>
        <p:txBody>
          <a:bodyPr wrap="square" rtlCol="0">
            <a:spAutoFit/>
          </a:bodyPr>
          <a:lstStyle/>
          <a:p>
            <a:r>
              <a:rPr lang="en-GB" b="1" u="sng" dirty="0"/>
              <a:t>New Symbols to support Custom Equipment Package and Connection Points:</a:t>
            </a:r>
          </a:p>
          <a:p>
            <a:r>
              <a:rPr lang="en-GB" sz="1600" dirty="0"/>
              <a:t>To support the required solution 3 new symbols have been introduced as shown below with their mapping towards DEXPI 2.0.</a:t>
            </a:r>
          </a:p>
          <a:p>
            <a:r>
              <a:rPr lang="en-GB" sz="1600" dirty="0"/>
              <a:t>Note: the class names identified below will be added as part of the DISC DEXPI profile.</a:t>
            </a:r>
          </a:p>
          <a:p>
            <a:endParaRPr lang="en-GB" sz="1600" dirty="0"/>
          </a:p>
        </p:txBody>
      </p:sp>
      <p:graphicFrame>
        <p:nvGraphicFramePr>
          <p:cNvPr id="5" name="Table 4">
            <a:extLst>
              <a:ext uri="{FF2B5EF4-FFF2-40B4-BE49-F238E27FC236}">
                <a16:creationId xmlns:a16="http://schemas.microsoft.com/office/drawing/2014/main" id="{E955A950-1623-8144-A445-8A4ECA6E3162}"/>
              </a:ext>
            </a:extLst>
          </p:cNvPr>
          <p:cNvGraphicFramePr>
            <a:graphicFrameLocks noGrp="1"/>
          </p:cNvGraphicFramePr>
          <p:nvPr>
            <p:extLst>
              <p:ext uri="{D42A27DB-BD31-4B8C-83A1-F6EECF244321}">
                <p14:modId xmlns:p14="http://schemas.microsoft.com/office/powerpoint/2010/main" val="788772215"/>
              </p:ext>
            </p:extLst>
          </p:nvPr>
        </p:nvGraphicFramePr>
        <p:xfrm>
          <a:off x="641356" y="2324038"/>
          <a:ext cx="10797976" cy="3632200"/>
        </p:xfrm>
        <a:graphic>
          <a:graphicData uri="http://schemas.openxmlformats.org/drawingml/2006/table">
            <a:tbl>
              <a:tblPr firstRow="1" bandRow="1">
                <a:tableStyleId>{5C22544A-7EE6-4342-B048-85BDC9FD1C3A}</a:tableStyleId>
              </a:tblPr>
              <a:tblGrid>
                <a:gridCol w="951999">
                  <a:extLst>
                    <a:ext uri="{9D8B030D-6E8A-4147-A177-3AD203B41FA5}">
                      <a16:colId xmlns:a16="http://schemas.microsoft.com/office/drawing/2014/main" val="4238551838"/>
                    </a:ext>
                  </a:extLst>
                </a:gridCol>
                <a:gridCol w="3298189">
                  <a:extLst>
                    <a:ext uri="{9D8B030D-6E8A-4147-A177-3AD203B41FA5}">
                      <a16:colId xmlns:a16="http://schemas.microsoft.com/office/drawing/2014/main" val="4162280692"/>
                    </a:ext>
                  </a:extLst>
                </a:gridCol>
                <a:gridCol w="2333121">
                  <a:extLst>
                    <a:ext uri="{9D8B030D-6E8A-4147-A177-3AD203B41FA5}">
                      <a16:colId xmlns:a16="http://schemas.microsoft.com/office/drawing/2014/main" val="1294218146"/>
                    </a:ext>
                  </a:extLst>
                </a:gridCol>
                <a:gridCol w="2254313">
                  <a:extLst>
                    <a:ext uri="{9D8B030D-6E8A-4147-A177-3AD203B41FA5}">
                      <a16:colId xmlns:a16="http://schemas.microsoft.com/office/drawing/2014/main" val="200326538"/>
                    </a:ext>
                  </a:extLst>
                </a:gridCol>
                <a:gridCol w="1960354">
                  <a:extLst>
                    <a:ext uri="{9D8B030D-6E8A-4147-A177-3AD203B41FA5}">
                      <a16:colId xmlns:a16="http://schemas.microsoft.com/office/drawing/2014/main" val="2009324644"/>
                    </a:ext>
                  </a:extLst>
                </a:gridCol>
              </a:tblGrid>
              <a:tr h="370840">
                <a:tc>
                  <a:txBody>
                    <a:bodyPr/>
                    <a:lstStyle/>
                    <a:p>
                      <a:r>
                        <a:rPr lang="en-GB" sz="1600" dirty="0" err="1"/>
                        <a:t>RefID</a:t>
                      </a:r>
                      <a:endParaRPr lang="en-GB" sz="1600" dirty="0"/>
                    </a:p>
                  </a:txBody>
                  <a:tcPr/>
                </a:tc>
                <a:tc>
                  <a:txBody>
                    <a:bodyPr/>
                    <a:lstStyle/>
                    <a:p>
                      <a:r>
                        <a:rPr lang="en-GB" sz="1600" dirty="0"/>
                        <a:t>Symbol</a:t>
                      </a:r>
                    </a:p>
                  </a:txBody>
                  <a:tcPr/>
                </a:tc>
                <a:tc>
                  <a:txBody>
                    <a:bodyPr/>
                    <a:lstStyle/>
                    <a:p>
                      <a:r>
                        <a:rPr lang="en-GB" sz="1600" dirty="0"/>
                        <a:t>DISC DEXPI Class</a:t>
                      </a:r>
                    </a:p>
                  </a:txBody>
                  <a:tcPr/>
                </a:tc>
                <a:tc>
                  <a:txBody>
                    <a:bodyPr/>
                    <a:lstStyle/>
                    <a:p>
                      <a:r>
                        <a:rPr lang="en-GB" sz="1600" dirty="0"/>
                        <a:t>URI</a:t>
                      </a:r>
                    </a:p>
                  </a:txBody>
                  <a:tcPr/>
                </a:tc>
                <a:tc>
                  <a:txBody>
                    <a:bodyPr/>
                    <a:lstStyle/>
                    <a:p>
                      <a:r>
                        <a:rPr lang="en-GB" sz="1600" dirty="0"/>
                        <a:t>Label</a:t>
                      </a:r>
                    </a:p>
                  </a:txBody>
                  <a:tcPr/>
                </a:tc>
                <a:extLst>
                  <a:ext uri="{0D108BD9-81ED-4DB2-BD59-A6C34878D82A}">
                    <a16:rowId xmlns:a16="http://schemas.microsoft.com/office/drawing/2014/main" val="3279928153"/>
                  </a:ext>
                </a:extLst>
              </a:tr>
              <a:tr h="287887">
                <a:tc>
                  <a:txBody>
                    <a:bodyPr/>
                    <a:lstStyle/>
                    <a:p>
                      <a:r>
                        <a:rPr lang="en-GB" sz="1400" dirty="0"/>
                        <a:t>ND0044</a:t>
                      </a:r>
                      <a:endParaRPr lang="en-GB" sz="1600" dirty="0"/>
                    </a:p>
                  </a:txBody>
                  <a:tcPr/>
                </a:tc>
                <a:tc>
                  <a:txBody>
                    <a:bodyPr/>
                    <a:lstStyle/>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p>
                      <a:endParaRPr lang="en-GB" sz="800" dirty="0"/>
                    </a:p>
                  </a:txBody>
                  <a:tcPr/>
                </a:tc>
                <a:tc>
                  <a:txBody>
                    <a:bodyPr/>
                    <a:lstStyle/>
                    <a:p>
                      <a:r>
                        <a:rPr lang="en-GB" sz="1400" dirty="0" err="1"/>
                        <a:t>CustomEquipmentPackage</a:t>
                      </a:r>
                      <a:endParaRPr lang="en-GB" sz="1400" dirty="0"/>
                    </a:p>
                  </a:txBody>
                  <a:tcPr/>
                </a:tc>
                <a:tc>
                  <a:txBody>
                    <a:bodyPr/>
                    <a:lstStyle/>
                    <a:p>
                      <a:r>
                        <a:rPr lang="en-GB" sz="1600" kern="1200" dirty="0">
                          <a:solidFill>
                            <a:schemeClr val="dk1"/>
                          </a:solidFill>
                          <a:effectLst/>
                          <a:latin typeface="+mn-lt"/>
                          <a:ea typeface="+mn-ea"/>
                          <a:cs typeface="+mn-cs"/>
                        </a:rPr>
                        <a:t>https://data.posccaesar.org/rdl/</a:t>
                      </a:r>
                      <a:r>
                        <a:rPr lang="en-GB" sz="1600" b="0" i="0" kern="1200" dirty="0">
                          <a:solidFill>
                            <a:schemeClr val="dk1"/>
                          </a:solidFill>
                          <a:effectLst/>
                          <a:latin typeface="+mn-lt"/>
                          <a:ea typeface="+mn-ea"/>
                          <a:cs typeface="+mn-cs"/>
                        </a:rPr>
                        <a:t>RDS1300808591</a:t>
                      </a:r>
                      <a:endParaRPr lang="en-GB" sz="1100" dirty="0"/>
                    </a:p>
                  </a:txBody>
                  <a:tcPr/>
                </a:tc>
                <a:tc>
                  <a:txBody>
                    <a:bodyPr/>
                    <a:lstStyle/>
                    <a:p>
                      <a:r>
                        <a:rPr lang="en-GB" sz="1400" dirty="0"/>
                        <a:t>&lt;</a:t>
                      </a:r>
                      <a:r>
                        <a:rPr lang="en-GB" sz="1400" dirty="0" err="1"/>
                        <a:t>ObjectDisplayName</a:t>
                      </a:r>
                      <a:r>
                        <a:rPr lang="en-GB" sz="1400" dirty="0"/>
                        <a:t>&gt;</a:t>
                      </a:r>
                    </a:p>
                  </a:txBody>
                  <a:tcPr/>
                </a:tc>
                <a:extLst>
                  <a:ext uri="{0D108BD9-81ED-4DB2-BD59-A6C34878D82A}">
                    <a16:rowId xmlns:a16="http://schemas.microsoft.com/office/drawing/2014/main" val="2157815014"/>
                  </a:ext>
                </a:extLst>
              </a:tr>
              <a:tr h="441494">
                <a:tc>
                  <a:txBody>
                    <a:bodyPr/>
                    <a:lstStyle/>
                    <a:p>
                      <a:r>
                        <a:rPr lang="en-GB" sz="1400" dirty="0"/>
                        <a:t>ND0045</a:t>
                      </a:r>
                      <a:endParaRPr lang="en-GB" sz="1600" dirty="0"/>
                    </a:p>
                  </a:txBody>
                  <a:tcPr/>
                </a:tc>
                <a:tc>
                  <a:txBody>
                    <a:bodyPr/>
                    <a:lstStyle/>
                    <a:p>
                      <a:endParaRPr lang="en-GB" sz="600" dirty="0"/>
                    </a:p>
                    <a:p>
                      <a:endParaRPr lang="en-GB" sz="600" dirty="0"/>
                    </a:p>
                    <a:p>
                      <a:endParaRPr lang="en-GB" sz="600" dirty="0"/>
                    </a:p>
                    <a:p>
                      <a:endParaRPr lang="en-GB" sz="600" dirty="0"/>
                    </a:p>
                    <a:p>
                      <a:endParaRPr lang="en-GB" sz="600" dirty="0"/>
                    </a:p>
                    <a:p>
                      <a:endParaRPr lang="en-GB" sz="600" dirty="0"/>
                    </a:p>
                  </a:txBody>
                  <a:tcPr/>
                </a:tc>
                <a:tc>
                  <a:txBody>
                    <a:bodyPr/>
                    <a:lstStyle/>
                    <a:p>
                      <a:r>
                        <a:rPr lang="en-GB" sz="1600" dirty="0" err="1"/>
                        <a:t>MechanicalJoint</a:t>
                      </a:r>
                      <a:endParaRPr lang="en-GB" sz="16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600" kern="1200" dirty="0">
                          <a:solidFill>
                            <a:schemeClr val="dk1"/>
                          </a:solidFill>
                          <a:effectLst/>
                          <a:latin typeface="+mn-lt"/>
                          <a:ea typeface="+mn-ea"/>
                          <a:cs typeface="+mn-cs"/>
                        </a:rPr>
                        <a:t>https://data.posccaesar.org/rdl/</a:t>
                      </a:r>
                      <a:r>
                        <a:rPr lang="en-GB" sz="1600" b="0" i="0" kern="1200" dirty="0">
                          <a:solidFill>
                            <a:schemeClr val="dk1"/>
                          </a:solidFill>
                          <a:effectLst/>
                          <a:latin typeface="+mn-lt"/>
                          <a:ea typeface="+mn-ea"/>
                          <a:cs typeface="+mn-cs"/>
                        </a:rPr>
                        <a:t>RDS1300790941</a:t>
                      </a:r>
                      <a:endParaRPr lang="en-GB" sz="1100" dirty="0"/>
                    </a:p>
                  </a:txBody>
                  <a:tcPr/>
                </a:tc>
                <a:tc>
                  <a:txBody>
                    <a:bodyPr/>
                    <a:lstStyle/>
                    <a:p>
                      <a:r>
                        <a:rPr lang="en-GB" sz="1400" dirty="0"/>
                        <a:t>&lt;</a:t>
                      </a:r>
                      <a:r>
                        <a:rPr lang="en-GB" sz="1400" dirty="0" err="1"/>
                        <a:t>JointConnectionID</a:t>
                      </a:r>
                      <a:r>
                        <a:rPr lang="en-GB" sz="1400" dirty="0"/>
                        <a:t>&gt;</a:t>
                      </a:r>
                    </a:p>
                    <a:p>
                      <a:r>
                        <a:rPr lang="en-GB" sz="1400" dirty="0"/>
                        <a:t>&lt;</a:t>
                      </a:r>
                      <a:r>
                        <a:rPr lang="en-GB" sz="1400" dirty="0" err="1"/>
                        <a:t>JointConnectionSize</a:t>
                      </a:r>
                      <a:r>
                        <a:rPr lang="en-GB" sz="1400" dirty="0"/>
                        <a:t>&gt;</a:t>
                      </a:r>
                    </a:p>
                  </a:txBody>
                  <a:tcPr/>
                </a:tc>
                <a:extLst>
                  <a:ext uri="{0D108BD9-81ED-4DB2-BD59-A6C34878D82A}">
                    <a16:rowId xmlns:a16="http://schemas.microsoft.com/office/drawing/2014/main" val="1909148050"/>
                  </a:ext>
                </a:extLst>
              </a:tr>
              <a:tr h="370840">
                <a:tc>
                  <a:txBody>
                    <a:bodyPr/>
                    <a:lstStyle/>
                    <a:p>
                      <a:r>
                        <a:rPr lang="en-GB" sz="1400" dirty="0"/>
                        <a:t>ND0046</a:t>
                      </a:r>
                    </a:p>
                  </a:txBody>
                  <a:tcPr/>
                </a:tc>
                <a:tc>
                  <a:txBody>
                    <a:bodyPr/>
                    <a:lstStyle/>
                    <a:p>
                      <a:endParaRPr lang="en-GB" sz="800" dirty="0"/>
                    </a:p>
                    <a:p>
                      <a:endParaRPr lang="en-GB" sz="800" dirty="0"/>
                    </a:p>
                    <a:p>
                      <a:endParaRPr lang="en-GB" sz="800" dirty="0"/>
                    </a:p>
                    <a:p>
                      <a:endParaRPr lang="en-GB" sz="800" dirty="0"/>
                    </a:p>
                  </a:txBody>
                  <a:tcPr/>
                </a:tc>
                <a:tc>
                  <a:txBody>
                    <a:bodyPr/>
                    <a:lstStyle/>
                    <a:p>
                      <a:r>
                        <a:rPr lang="en-GB" sz="1600" dirty="0" err="1"/>
                        <a:t>WeldedJoint</a:t>
                      </a:r>
                      <a:endParaRPr lang="en-GB" sz="16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600" kern="1200" dirty="0">
                          <a:solidFill>
                            <a:schemeClr val="dk1"/>
                          </a:solidFill>
                          <a:effectLst/>
                          <a:latin typeface="+mn-lt"/>
                          <a:ea typeface="+mn-ea"/>
                          <a:cs typeface="+mn-cs"/>
                        </a:rPr>
                        <a:t>https://data.posccaesar.org/rdl/</a:t>
                      </a:r>
                      <a:r>
                        <a:rPr lang="en-GB" sz="1600" b="0" i="0" kern="1200" dirty="0">
                          <a:solidFill>
                            <a:schemeClr val="dk1"/>
                          </a:solidFill>
                          <a:effectLst/>
                          <a:latin typeface="+mn-lt"/>
                          <a:ea typeface="+mn-ea"/>
                          <a:cs typeface="+mn-cs"/>
                        </a:rPr>
                        <a:t>RDS16201431</a:t>
                      </a:r>
                      <a:endParaRPr lang="en-GB" sz="11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400" dirty="0"/>
                        <a:t>&lt;</a:t>
                      </a:r>
                      <a:r>
                        <a:rPr lang="en-GB" sz="1400" dirty="0" err="1"/>
                        <a:t>JointConnectionID</a:t>
                      </a:r>
                      <a:r>
                        <a:rPr lang="en-GB" sz="1400" dirty="0"/>
                        <a:t>&gt;</a:t>
                      </a:r>
                    </a:p>
                    <a:p>
                      <a:endParaRPr lang="en-GB" sz="1600" dirty="0"/>
                    </a:p>
                  </a:txBody>
                  <a:tcPr/>
                </a:tc>
                <a:extLst>
                  <a:ext uri="{0D108BD9-81ED-4DB2-BD59-A6C34878D82A}">
                    <a16:rowId xmlns:a16="http://schemas.microsoft.com/office/drawing/2014/main" val="1985540210"/>
                  </a:ext>
                </a:extLst>
              </a:tr>
            </a:tbl>
          </a:graphicData>
        </a:graphic>
      </p:graphicFrame>
      <p:grpSp>
        <p:nvGrpSpPr>
          <p:cNvPr id="16" name="Group 15">
            <a:extLst>
              <a:ext uri="{FF2B5EF4-FFF2-40B4-BE49-F238E27FC236}">
                <a16:creationId xmlns:a16="http://schemas.microsoft.com/office/drawing/2014/main" id="{8CE33C13-41E4-56F3-25B7-5D4A0B173FE2}"/>
              </a:ext>
            </a:extLst>
          </p:cNvPr>
          <p:cNvGrpSpPr/>
          <p:nvPr/>
        </p:nvGrpSpPr>
        <p:grpSpPr>
          <a:xfrm>
            <a:off x="1810343" y="2733649"/>
            <a:ext cx="2857349" cy="1968626"/>
            <a:chOff x="781008" y="2853565"/>
            <a:chExt cx="2857349" cy="1968626"/>
          </a:xfrm>
        </p:grpSpPr>
        <p:pic>
          <p:nvPicPr>
            <p:cNvPr id="7" name="Picture 6" descr="A grid with lines and a red rectangle&#10;&#10;AI-generated content may be incorrect.">
              <a:extLst>
                <a:ext uri="{FF2B5EF4-FFF2-40B4-BE49-F238E27FC236}">
                  <a16:creationId xmlns:a16="http://schemas.microsoft.com/office/drawing/2014/main" id="{F54B15D7-0E4A-9609-A1F5-3F054D0CFE62}"/>
                </a:ext>
              </a:extLst>
            </p:cNvPr>
            <p:cNvPicPr>
              <a:picLocks noChangeAspect="1"/>
            </p:cNvPicPr>
            <p:nvPr/>
          </p:nvPicPr>
          <p:blipFill>
            <a:blip r:embed="rId6"/>
            <a:stretch>
              <a:fillRect/>
            </a:stretch>
          </p:blipFill>
          <p:spPr>
            <a:xfrm>
              <a:off x="781008" y="2853565"/>
              <a:ext cx="2857349" cy="1968626"/>
            </a:xfrm>
            <a:prstGeom prst="rect">
              <a:avLst/>
            </a:prstGeom>
          </p:spPr>
        </p:pic>
        <p:pic>
          <p:nvPicPr>
            <p:cNvPr id="15" name="Picture 14" descr="A grid with red rectangles and a circle&#10;&#10;AI-generated content may be incorrect.">
              <a:extLst>
                <a:ext uri="{FF2B5EF4-FFF2-40B4-BE49-F238E27FC236}">
                  <a16:creationId xmlns:a16="http://schemas.microsoft.com/office/drawing/2014/main" id="{F38BAF4E-B36D-0F9F-5875-122722D01595}"/>
                </a:ext>
              </a:extLst>
            </p:cNvPr>
            <p:cNvPicPr>
              <a:picLocks noChangeAspect="1"/>
            </p:cNvPicPr>
            <p:nvPr/>
          </p:nvPicPr>
          <p:blipFill>
            <a:blip r:embed="rId7"/>
            <a:stretch>
              <a:fillRect/>
            </a:stretch>
          </p:blipFill>
          <p:spPr>
            <a:xfrm>
              <a:off x="1265481" y="3405915"/>
              <a:ext cx="2093828" cy="1075550"/>
            </a:xfrm>
            <a:prstGeom prst="rect">
              <a:avLst/>
            </a:prstGeom>
          </p:spPr>
        </p:pic>
      </p:grpSp>
      <p:pic>
        <p:nvPicPr>
          <p:cNvPr id="18" name="Picture 17">
            <a:extLst>
              <a:ext uri="{FF2B5EF4-FFF2-40B4-BE49-F238E27FC236}">
                <a16:creationId xmlns:a16="http://schemas.microsoft.com/office/drawing/2014/main" id="{A9E0D15A-9247-CF0B-3EB8-EEC2E83F1527}"/>
              </a:ext>
            </a:extLst>
          </p:cNvPr>
          <p:cNvPicPr>
            <a:picLocks noChangeAspect="1"/>
          </p:cNvPicPr>
          <p:nvPr/>
        </p:nvPicPr>
        <p:blipFill>
          <a:blip r:embed="rId8"/>
          <a:stretch>
            <a:fillRect/>
          </a:stretch>
        </p:blipFill>
        <p:spPr>
          <a:xfrm>
            <a:off x="1810343" y="4783484"/>
            <a:ext cx="797055" cy="567451"/>
          </a:xfrm>
          <a:prstGeom prst="rect">
            <a:avLst/>
          </a:prstGeom>
        </p:spPr>
      </p:pic>
      <p:pic>
        <p:nvPicPr>
          <p:cNvPr id="22" name="Picture 21" descr="A screenshot of a graph&#10;&#10;AI-generated content may be incorrect.">
            <a:extLst>
              <a:ext uri="{FF2B5EF4-FFF2-40B4-BE49-F238E27FC236}">
                <a16:creationId xmlns:a16="http://schemas.microsoft.com/office/drawing/2014/main" id="{F16B9572-A9CB-A027-7954-AFD90277BE39}"/>
              </a:ext>
            </a:extLst>
          </p:cNvPr>
          <p:cNvPicPr>
            <a:picLocks noChangeAspect="1"/>
          </p:cNvPicPr>
          <p:nvPr/>
        </p:nvPicPr>
        <p:blipFill>
          <a:blip r:embed="rId9"/>
          <a:stretch>
            <a:fillRect/>
          </a:stretch>
        </p:blipFill>
        <p:spPr>
          <a:xfrm>
            <a:off x="1810343" y="5402597"/>
            <a:ext cx="797055" cy="512393"/>
          </a:xfrm>
          <a:prstGeom prst="rect">
            <a:avLst/>
          </a:prstGeom>
        </p:spPr>
      </p:pic>
    </p:spTree>
    <p:extLst>
      <p:ext uri="{BB962C8B-B14F-4D97-AF65-F5344CB8AC3E}">
        <p14:creationId xmlns:p14="http://schemas.microsoft.com/office/powerpoint/2010/main" val="157152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CE2ABB9-45BF-F88C-A6C2-9C532E1AE75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304866" y="6543938"/>
            <a:ext cx="1176464" cy="2588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a:extLst>
              <a:ext uri="{FF2B5EF4-FFF2-40B4-BE49-F238E27FC236}">
                <a16:creationId xmlns:a16="http://schemas.microsoft.com/office/drawing/2014/main" id="{ED6F5ED4-ABE0-63CA-4E03-55D81F7C716C}"/>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540944" y="6432639"/>
            <a:ext cx="962471" cy="38113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F2FA3F37-B064-ED70-0F9E-DB9FAAD438E9}"/>
              </a:ext>
            </a:extLst>
          </p:cNvPr>
          <p:cNvPicPr>
            <a:picLocks noChangeAspect="1"/>
          </p:cNvPicPr>
          <p:nvPr/>
        </p:nvPicPr>
        <p:blipFill rotWithShape="1">
          <a:blip r:embed="rId4"/>
          <a:srcRect b="19867"/>
          <a:stretch/>
        </p:blipFill>
        <p:spPr>
          <a:xfrm>
            <a:off x="6401044" y="6508695"/>
            <a:ext cx="1685336" cy="299543"/>
          </a:xfrm>
          <a:prstGeom prst="rect">
            <a:avLst/>
          </a:prstGeom>
        </p:spPr>
      </p:pic>
      <p:pic>
        <p:nvPicPr>
          <p:cNvPr id="14" name="Picture 7" descr="Icon&#10;&#10;Description automatically generated">
            <a:extLst>
              <a:ext uri="{FF2B5EF4-FFF2-40B4-BE49-F238E27FC236}">
                <a16:creationId xmlns:a16="http://schemas.microsoft.com/office/drawing/2014/main" id="{3E650781-9104-150B-BE85-CA98199C8031}"/>
              </a:ext>
            </a:extLst>
          </p:cNvPr>
          <p:cNvPicPr>
            <a:picLocks noChangeAspect="1"/>
          </p:cNvPicPr>
          <p:nvPr/>
        </p:nvPicPr>
        <p:blipFill>
          <a:blip r:embed="rId5"/>
          <a:stretch>
            <a:fillRect/>
          </a:stretch>
        </p:blipFill>
        <p:spPr>
          <a:xfrm>
            <a:off x="8801945" y="6541148"/>
            <a:ext cx="993254" cy="299542"/>
          </a:xfrm>
          <a:prstGeom prst="rect">
            <a:avLst/>
          </a:prstGeom>
        </p:spPr>
      </p:pic>
      <p:sp>
        <p:nvSpPr>
          <p:cNvPr id="2" name="Title 7">
            <a:extLst>
              <a:ext uri="{FF2B5EF4-FFF2-40B4-BE49-F238E27FC236}">
                <a16:creationId xmlns:a16="http://schemas.microsoft.com/office/drawing/2014/main" id="{FC0124D2-7385-AB9F-D15C-EF6F7E4F19B3}"/>
              </a:ext>
            </a:extLst>
          </p:cNvPr>
          <p:cNvSpPr txBox="1">
            <a:spLocks/>
          </p:cNvSpPr>
          <p:nvPr/>
        </p:nvSpPr>
        <p:spPr>
          <a:xfrm>
            <a:off x="522480" y="231594"/>
            <a:ext cx="10916852" cy="307777"/>
          </a:xfrm>
          <a:prstGeom prst="rect">
            <a:avLst/>
          </a:prstGeom>
          <a:ln>
            <a:solidFill>
              <a:schemeClr val="tx2"/>
            </a:solidFill>
          </a:ln>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sym typeface="+mj-lt"/>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a:noFill/>
                </a:ln>
                <a:solidFill>
                  <a:srgbClr val="333333"/>
                </a:solidFill>
                <a:effectLst/>
                <a:uLnTx/>
                <a:uFillTx/>
                <a:latin typeface="Equinor Medium"/>
                <a:ea typeface="+mj-ea"/>
                <a:cs typeface="+mj-cs"/>
                <a:sym typeface="+mj-lt"/>
              </a:rPr>
              <a:t> </a:t>
            </a:r>
            <a:r>
              <a:rPr kumimoji="0" lang="en-US" sz="2000" b="1" i="0" u="none" strike="noStrike" kern="1200" cap="none" spc="0" normalizeH="0" baseline="0" noProof="0">
                <a:ln>
                  <a:noFill/>
                </a:ln>
                <a:solidFill>
                  <a:srgbClr val="333333"/>
                </a:solidFill>
                <a:effectLst/>
                <a:uLnTx/>
                <a:uFillTx/>
                <a:latin typeface="Arial Black"/>
                <a:ea typeface="+mj-ea"/>
                <a:cs typeface="+mj-cs"/>
                <a:sym typeface="+mj-lt"/>
              </a:rPr>
              <a:t>D I S C  </a:t>
            </a:r>
            <a:r>
              <a:rPr kumimoji="0" lang="en-US" sz="2000" b="0" i="0" u="none" strike="noStrike" kern="1200" cap="none" spc="0" normalizeH="0" baseline="0" noProof="0">
                <a:ln>
                  <a:noFill/>
                </a:ln>
                <a:solidFill>
                  <a:srgbClr val="333333"/>
                </a:solidFill>
                <a:effectLst/>
                <a:uLnTx/>
                <a:uFillTx/>
                <a:latin typeface="Equinor Medium"/>
                <a:ea typeface="+mj-ea"/>
                <a:cs typeface="+mj-cs"/>
                <a:sym typeface="+mj-lt"/>
              </a:rPr>
              <a:t>||   </a:t>
            </a:r>
            <a:r>
              <a:rPr kumimoji="0" lang="en-US" sz="1800" b="0" i="1" u="none" strike="noStrike" kern="1200" cap="none" spc="0" normalizeH="0" baseline="0" noProof="0">
                <a:ln>
                  <a:noFill/>
                </a:ln>
                <a:solidFill>
                  <a:srgbClr val="333333"/>
                </a:solidFill>
                <a:effectLst/>
                <a:uLnTx/>
                <a:uFillTx/>
                <a:latin typeface="Equinor Medium"/>
                <a:ea typeface="+mj-ea"/>
                <a:cs typeface="+mj-cs"/>
                <a:sym typeface="+mj-lt"/>
              </a:rPr>
              <a:t>DIGITALISATION – INDUSTRIALISATION – STANDARDISATION - COLLABORATION</a:t>
            </a:r>
            <a:endParaRPr kumimoji="0" lang="en-US" sz="2000" b="0" i="1" u="none" strike="noStrike" kern="1200" cap="none" spc="0" normalizeH="0" baseline="0" noProof="0">
              <a:ln>
                <a:noFill/>
              </a:ln>
              <a:solidFill>
                <a:srgbClr val="333333"/>
              </a:solidFill>
              <a:effectLst/>
              <a:uLnTx/>
              <a:uFillTx/>
              <a:latin typeface="Equinor Medium"/>
              <a:ea typeface="+mj-ea"/>
              <a:cs typeface="+mj-cs"/>
              <a:sym typeface="+mj-lt"/>
            </a:endParaRPr>
          </a:p>
        </p:txBody>
      </p:sp>
      <p:sp>
        <p:nvSpPr>
          <p:cNvPr id="4" name="Title 3">
            <a:extLst>
              <a:ext uri="{FF2B5EF4-FFF2-40B4-BE49-F238E27FC236}">
                <a16:creationId xmlns:a16="http://schemas.microsoft.com/office/drawing/2014/main" id="{29B6623C-2ED8-334A-CA15-B4C1E647F70C}"/>
              </a:ext>
            </a:extLst>
          </p:cNvPr>
          <p:cNvSpPr>
            <a:spLocks noGrp="1"/>
          </p:cNvSpPr>
          <p:nvPr>
            <p:ph type="title"/>
          </p:nvPr>
        </p:nvSpPr>
        <p:spPr>
          <a:xfrm>
            <a:off x="522480" y="727312"/>
            <a:ext cx="10972800" cy="585440"/>
          </a:xfrm>
        </p:spPr>
        <p:txBody>
          <a:bodyPr>
            <a:normAutofit/>
          </a:bodyPr>
          <a:lstStyle/>
          <a:p>
            <a:pPr algn="l"/>
            <a:r>
              <a:rPr lang="en-GB" sz="2800" dirty="0"/>
              <a:t>Custom Equipment Package</a:t>
            </a:r>
          </a:p>
        </p:txBody>
      </p:sp>
    </p:spTree>
    <p:extLst>
      <p:ext uri="{BB962C8B-B14F-4D97-AF65-F5344CB8AC3E}">
        <p14:creationId xmlns:p14="http://schemas.microsoft.com/office/powerpoint/2010/main" val="88300047"/>
      </p:ext>
    </p:extLst>
  </p:cSld>
  <p:clrMapOvr>
    <a:masterClrMapping/>
  </p:clrMapOvr>
</p:sld>
</file>

<file path=ppt/theme/theme1.xml><?xml version="1.0" encoding="utf-8"?>
<a:theme xmlns:a="http://schemas.openxmlformats.org/drawingml/2006/main" name="1_Office Theme">
  <a:themeElements>
    <a:clrScheme name="Intergraph">
      <a:dk1>
        <a:sysClr val="windowText" lastClr="000000"/>
      </a:dk1>
      <a:lt1>
        <a:sysClr val="window" lastClr="FFFFFF"/>
      </a:lt1>
      <a:dk2>
        <a:srgbClr val="367FB3"/>
      </a:dk2>
      <a:lt2>
        <a:srgbClr val="8ED2F2"/>
      </a:lt2>
      <a:accent1>
        <a:srgbClr val="329BD5"/>
      </a:accent1>
      <a:accent2>
        <a:srgbClr val="AE5097"/>
      </a:accent2>
      <a:accent3>
        <a:srgbClr val="C5476A"/>
      </a:accent3>
      <a:accent4>
        <a:srgbClr val="E48B4B"/>
      </a:accent4>
      <a:accent5>
        <a:srgbClr val="FFBE4D"/>
      </a:accent5>
      <a:accent6>
        <a:srgbClr val="067D98"/>
      </a:accent6>
      <a:hlink>
        <a:srgbClr val="0000FF"/>
      </a:hlink>
      <a:folHlink>
        <a:srgbClr val="800080"/>
      </a:folHlink>
    </a:clrScheme>
    <a:fontScheme name="Intergraph">
      <a:majorFont>
        <a:latin typeface="Segoe UI"/>
        <a:ea typeface=""/>
        <a:cs typeface=""/>
      </a:majorFont>
      <a:minorFont>
        <a:latin typeface="Segoe U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2AEEC351A4009D4C9A8C90838DD9276D" ma:contentTypeVersion="12" ma:contentTypeDescription="Opprett et nytt dokument." ma:contentTypeScope="" ma:versionID="7df4236b6312b431c3445dba8eead04f">
  <xsd:schema xmlns:xsd="http://www.w3.org/2001/XMLSchema" xmlns:xs="http://www.w3.org/2001/XMLSchema" xmlns:p="http://schemas.microsoft.com/office/2006/metadata/properties" xmlns:ns2="0258f282-5487-45a4-862b-451e8aa9d05c" xmlns:ns3="919f9a83-26a8-4db1-a003-1a626c1fdcf6" targetNamespace="http://schemas.microsoft.com/office/2006/metadata/properties" ma:root="true" ma:fieldsID="58251b577def5a487a9a11f7e23b161e" ns2:_="" ns3:_="">
    <xsd:import namespace="0258f282-5487-45a4-862b-451e8aa9d05c"/>
    <xsd:import namespace="919f9a83-26a8-4db1-a003-1a626c1fdcf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58f282-5487-45a4-862b-451e8aa9d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Bildemerkelapper" ma:readOnly="false" ma:fieldId="{5cf76f15-5ced-4ddc-b409-7134ff3c332f}" ma:taxonomyMulti="true" ma:sspId="466e5063-dd4c-4e7d-9d31-0d8d6086d3b0"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19f9a83-26a8-4db1-a003-1a626c1fdcf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ingsdetaljer" ma:internalName="SharedWithDetails" ma:readOnly="true">
      <xsd:simpleType>
        <xsd:restriction base="dms:Note">
          <xsd:maxLength value="255"/>
        </xsd:restriction>
      </xsd:simpleType>
    </xsd:element>
    <xsd:element name="TaxCatchAll" ma:index="15" nillable="true" ma:displayName="Taxonomy Catch All Column" ma:hidden="true" ma:list="{a495111a-630a-4170-9bbb-0ab18ae1a25b}" ma:internalName="TaxCatchAll" ma:showField="CatchAllData" ma:web="919f9a83-26a8-4db1-a003-1a626c1fdc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19f9a83-26a8-4db1-a003-1a626c1fdcf6" xsi:nil="true"/>
    <lcf76f155ced4ddcb4097134ff3c332f xmlns="0258f282-5487-45a4-862b-451e8aa9d05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5BF37C9-5E7F-4DD0-BC04-A4E592AC0B7A}">
  <ds:schemaRefs>
    <ds:schemaRef ds:uri="http://schemas.microsoft.com/sharepoint/v3/contenttype/forms"/>
  </ds:schemaRefs>
</ds:datastoreItem>
</file>

<file path=customXml/itemProps2.xml><?xml version="1.0" encoding="utf-8"?>
<ds:datastoreItem xmlns:ds="http://schemas.openxmlformats.org/officeDocument/2006/customXml" ds:itemID="{70A9877C-D29E-455C-86A2-523D6BCEE4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58f282-5487-45a4-862b-451e8aa9d05c"/>
    <ds:schemaRef ds:uri="919f9a83-26a8-4db1-a003-1a626c1fdc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589DE75-601A-40B2-B105-9D261274DC17}">
  <ds:schemaRefs>
    <ds:schemaRef ds:uri="e325f9e6-05ba-490d-a352-cdeae82aa248"/>
    <ds:schemaRef ds:uri="http://schemas.microsoft.com/office/2006/metadata/properties"/>
    <ds:schemaRef ds:uri="http://schemas.microsoft.com/office/2006/documentManagement/types"/>
    <ds:schemaRef ds:uri="http://schemas.microsoft.com/office/infopath/2007/PartnerControls"/>
    <ds:schemaRef ds:uri="http://purl.org/dc/terms/"/>
    <ds:schemaRef ds:uri="http://www.w3.org/XML/1998/namespace"/>
    <ds:schemaRef ds:uri="http://purl.org/dc/dcmitype/"/>
    <ds:schemaRef ds:uri="http://schemas.openxmlformats.org/package/2006/metadata/core-properties"/>
    <ds:schemaRef ds:uri="http://purl.org/dc/elements/1.1/"/>
    <ds:schemaRef ds:uri="919f9a83-26a8-4db1-a003-1a626c1fdcf6"/>
    <ds:schemaRef ds:uri="0258f282-5487-45a4-862b-451e8aa9d05c"/>
  </ds:schemaRefs>
</ds:datastoreItem>
</file>

<file path=docProps/app.xml><?xml version="1.0" encoding="utf-8"?>
<Properties xmlns="http://schemas.openxmlformats.org/officeDocument/2006/extended-properties" xmlns:vt="http://schemas.openxmlformats.org/officeDocument/2006/docPropsVTypes">
  <TotalTime>175</TotalTime>
  <Words>377</Words>
  <Application>Microsoft Office PowerPoint</Application>
  <PresentationFormat>Widescreen</PresentationFormat>
  <Paragraphs>59</Paragraphs>
  <Slides>3</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Arial</vt:lpstr>
      <vt:lpstr>Arial Black</vt:lpstr>
      <vt:lpstr>Calibri</vt:lpstr>
      <vt:lpstr>Equinor</vt:lpstr>
      <vt:lpstr>Equinor Medium</vt:lpstr>
      <vt:lpstr>Segoe UI</vt:lpstr>
      <vt:lpstr>Segoe UI Light</vt:lpstr>
      <vt:lpstr>1_Office Theme</vt:lpstr>
      <vt:lpstr>Custom Equipment Package</vt:lpstr>
      <vt:lpstr>Custom Equipment Package</vt:lpstr>
      <vt:lpstr>Custom Equipment Package</vt:lpstr>
    </vt:vector>
  </TitlesOfParts>
  <Company>Intergraph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000-QMS-MI-1131</dc:title>
  <dc:creator>Helgeland, Mari S.</dc:creator>
  <cp:lastModifiedBy>Tonia Pedersen</cp:lastModifiedBy>
  <cp:revision>178</cp:revision>
  <cp:lastPrinted>2024-05-30T09:52:39Z</cp:lastPrinted>
  <dcterms:created xsi:type="dcterms:W3CDTF">2016-01-21T10:40:58Z</dcterms:created>
  <dcterms:modified xsi:type="dcterms:W3CDTF">2025-11-25T10:36:44Z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0x0101002AEEC351A4009D4C9A8C90838DD9276D</vt:lpwstr>
  </property>
  <property fmtid="{D5CDD505-2E9C-101B-9397-08002B2CF9AE}" pid="3" name="Auto Numbering">
    <vt:lpwstr>https://dragaas.sharepoint.com/_layouts/15/wrkstat.aspx?List=e325f9e6-05ba-490d-a352-cdeae82aa248&amp;WorkflowInstanceName=a8a03b98-bdcb-40f0-b9ba-aafa8d85ee95, SetTitleValue</vt:lpwstr>
  </property>
  <property fmtid="{D5CDD505-2E9C-101B-9397-08002B2CF9AE}" pid="4" name="Set Doc Cat">
    <vt:lpwstr>https://dragaas.sharepoint.com/_layouts/15/wrkstat.aspx?List=e325f9e6-05ba-490d-a352-cdeae82aa248&amp;WorkflowInstanceName=077a9a6b-6298-42ff-a9eb-00e61514bb3f, ImportValue</vt:lpwstr>
  </property>
  <property fmtid="{D5CDD505-2E9C-101B-9397-08002B2CF9AE}" pid="5" name="Category">
    <vt:lpwstr>MI; Miscellaneous</vt:lpwstr>
  </property>
</Properties>
</file>