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78" r:id="rId2"/>
    <p:sldId id="383" r:id="rId3"/>
    <p:sldId id="385" r:id="rId4"/>
    <p:sldId id="386" r:id="rId5"/>
  </p:sldIdLst>
  <p:sldSz cx="9144000" cy="5143500" type="screen16x9"/>
  <p:notesSz cx="6858000" cy="9144000"/>
  <p:custDataLst>
    <p:tags r:id="rId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 name="Author" initials="A" lastIdx="0" clrIdx="1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D1"/>
    <a:srgbClr val="DD2222"/>
    <a:srgbClr val="3C3C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247" autoAdjust="0"/>
  </p:normalViewPr>
  <p:slideViewPr>
    <p:cSldViewPr snapToGrid="0">
      <p:cViewPr varScale="1">
        <p:scale>
          <a:sx n="146" d="100"/>
          <a:sy n="146" d="100"/>
        </p:scale>
        <p:origin x="576" y="114"/>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charset="0"/>
                <a:cs typeface="Arial" charset="0"/>
              </a:defRPr>
            </a:lvl1pPr>
          </a:lstStyle>
          <a:p>
            <a:fld id="{4AA9FAFC-2319-504C-A7E6-C27BB7BBEBBC}" type="datetimeFigureOut">
              <a:rPr lang="mr-IN"/>
              <a:pPr/>
              <a:t>18-12-2025</a:t>
            </a:fld>
            <a:endParaRPr lang="mr-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charset="0"/>
              </a:defRPr>
            </a:lvl1pPr>
          </a:lstStyle>
          <a:p>
            <a:fld id="{8E2C8280-5F62-3D48-BBB9-576BF0EE92F4}" type="slidenum">
              <a:rPr lang="uk-UA"/>
              <a:pPr/>
              <a:t>‹#›</a:t>
            </a:fld>
            <a:endParaRPr lang="uk-UA"/>
          </a:p>
        </p:txBody>
      </p:sp>
    </p:spTree>
    <p:extLst>
      <p:ext uri="{BB962C8B-B14F-4D97-AF65-F5344CB8AC3E}">
        <p14:creationId xmlns:p14="http://schemas.microsoft.com/office/powerpoint/2010/main" val="866889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charset="0"/>
        <a:ea typeface="+mn-ea"/>
        <a:cs typeface="+mn-cs"/>
      </a:defRPr>
    </a:lvl1pPr>
    <a:lvl2pPr marL="457200" algn="l" defTabSz="914400" rtl="0" eaLnBrk="1" latinLnBrk="0" hangingPunct="1">
      <a:defRPr sz="1200" b="0" i="0" kern="1200">
        <a:solidFill>
          <a:schemeClr val="tx1"/>
        </a:solidFill>
        <a:latin typeface="Arial" charset="0"/>
        <a:ea typeface="+mn-ea"/>
        <a:cs typeface="+mn-cs"/>
      </a:defRPr>
    </a:lvl2pPr>
    <a:lvl3pPr marL="914400" algn="l" defTabSz="914400" rtl="0" eaLnBrk="1" latinLnBrk="0" hangingPunct="1">
      <a:defRPr sz="1200" b="0" i="0" kern="1200">
        <a:solidFill>
          <a:schemeClr val="tx1"/>
        </a:solidFill>
        <a:latin typeface="Arial" charset="0"/>
        <a:ea typeface="+mn-ea"/>
        <a:cs typeface="+mn-cs"/>
      </a:defRPr>
    </a:lvl3pPr>
    <a:lvl4pPr marL="1371600" algn="l" defTabSz="914400" rtl="0" eaLnBrk="1" latinLnBrk="0" hangingPunct="1">
      <a:defRPr sz="1200" b="0" i="0" kern="1200">
        <a:solidFill>
          <a:schemeClr val="tx1"/>
        </a:solidFill>
        <a:latin typeface="Arial" charset="0"/>
        <a:ea typeface="+mn-ea"/>
        <a:cs typeface="+mn-cs"/>
      </a:defRPr>
    </a:lvl4pPr>
    <a:lvl5pPr marL="1828800" algn="l" defTabSz="914400" rtl="0" eaLnBrk="1" latinLnBrk="0" hangingPunct="1">
      <a:defRPr sz="1200" b="0" i="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9" name="Freeform 28"/>
          <p:cNvSpPr/>
          <p:nvPr userDrawn="1"/>
        </p:nvSpPr>
        <p:spPr>
          <a:xfrm flipV="1">
            <a:off x="0" y="1200150"/>
            <a:ext cx="7385194" cy="2667000"/>
          </a:xfrm>
          <a:custGeom>
            <a:avLst/>
            <a:gdLst>
              <a:gd name="connsiteX0" fmla="*/ 0 w 7385194"/>
              <a:gd name="connsiteY0" fmla="*/ 2667000 h 2667000"/>
              <a:gd name="connsiteX1" fmla="*/ 7385194 w 7385194"/>
              <a:gd name="connsiteY1" fmla="*/ 2667000 h 2667000"/>
              <a:gd name="connsiteX2" fmla="*/ 6285274 w 7385194"/>
              <a:gd name="connsiteY2" fmla="*/ 0 h 2667000"/>
              <a:gd name="connsiteX3" fmla="*/ 0 w 7385194"/>
              <a:gd name="connsiteY3" fmla="*/ 0 h 2667000"/>
            </a:gdLst>
            <a:ahLst/>
            <a:cxnLst>
              <a:cxn ang="0">
                <a:pos x="connsiteX0" y="connsiteY0"/>
              </a:cxn>
              <a:cxn ang="0">
                <a:pos x="connsiteX1" y="connsiteY1"/>
              </a:cxn>
              <a:cxn ang="0">
                <a:pos x="connsiteX2" y="connsiteY2"/>
              </a:cxn>
              <a:cxn ang="0">
                <a:pos x="connsiteX3" y="connsiteY3"/>
              </a:cxn>
            </a:cxnLst>
            <a:rect l="l" t="t" r="r" b="b"/>
            <a:pathLst>
              <a:path w="7385194" h="2667000">
                <a:moveTo>
                  <a:pt x="0" y="2667000"/>
                </a:moveTo>
                <a:lnTo>
                  <a:pt x="7385194" y="2667000"/>
                </a:lnTo>
                <a:lnTo>
                  <a:pt x="6285274" y="0"/>
                </a:lnTo>
                <a:lnTo>
                  <a:pt x="0" y="0"/>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rial" charset="0"/>
            </a:endParaRPr>
          </a:p>
        </p:txBody>
      </p:sp>
      <p:sp>
        <p:nvSpPr>
          <p:cNvPr id="2" name="Title 1"/>
          <p:cNvSpPr>
            <a:spLocks noGrp="1"/>
          </p:cNvSpPr>
          <p:nvPr>
            <p:ph type="ctrTitle" hasCustomPrompt="1"/>
          </p:nvPr>
        </p:nvSpPr>
        <p:spPr>
          <a:xfrm>
            <a:off x="457200" y="1657350"/>
            <a:ext cx="6400800" cy="685800"/>
          </a:xfrm>
        </p:spPr>
        <p:txBody>
          <a:bodyPr anchor="t"/>
          <a:lstStyle>
            <a:lvl1pPr marL="0" marR="0" indent="0" algn="l" defTabSz="685800" rtl="0" eaLnBrk="1" fontAlgn="auto" latinLnBrk="0" hangingPunct="1">
              <a:lnSpc>
                <a:spcPct val="90000"/>
              </a:lnSpc>
              <a:spcBef>
                <a:spcPct val="0"/>
              </a:spcBef>
              <a:spcAft>
                <a:spcPts val="0"/>
              </a:spcAft>
              <a:buClrTx/>
              <a:buSzTx/>
              <a:buFontTx/>
              <a:buNone/>
              <a:tabLst/>
              <a:defRPr sz="2400">
                <a:solidFill>
                  <a:schemeClr val="tx1"/>
                </a:solidFill>
              </a:defRPr>
            </a:lvl1pPr>
          </a:lstStyle>
          <a:p>
            <a:r>
              <a:rPr lang="en-US"/>
              <a:t>Title slide option A: </a:t>
            </a:r>
            <a:br>
              <a:rPr lang="en-US"/>
            </a:br>
            <a:r>
              <a:rPr lang="en-US"/>
              <a:t>Main title can extend over one or two lines</a:t>
            </a:r>
          </a:p>
        </p:txBody>
      </p:sp>
      <p:sp>
        <p:nvSpPr>
          <p:cNvPr id="3" name="Subtitle 2"/>
          <p:cNvSpPr>
            <a:spLocks noGrp="1"/>
          </p:cNvSpPr>
          <p:nvPr>
            <p:ph type="subTitle" idx="1" hasCustomPrompt="1"/>
          </p:nvPr>
        </p:nvSpPr>
        <p:spPr>
          <a:xfrm>
            <a:off x="457200" y="2647950"/>
            <a:ext cx="6096000" cy="304800"/>
          </a:xfrm>
        </p:spPr>
        <p:txBody>
          <a:bodyPr/>
          <a:lstStyle>
            <a:lvl1pPr marL="0" marR="0" indent="0" algn="l" defTabSz="685800" rtl="0" eaLnBrk="1" fontAlgn="auto" latinLnBrk="0" hangingPunct="1">
              <a:lnSpc>
                <a:spcPct val="90000"/>
              </a:lnSpc>
              <a:spcBef>
                <a:spcPts val="0"/>
              </a:spcBef>
              <a:spcAft>
                <a:spcPts val="0"/>
              </a:spcAft>
              <a:buClr>
                <a:schemeClr val="tx2"/>
              </a:buClr>
              <a:buSzTx/>
              <a:buFont typeface="Wingdings" charset="2"/>
              <a:buNone/>
              <a:tabLst/>
              <a:defRPr sz="16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Presenter Name</a:t>
            </a:r>
          </a:p>
        </p:txBody>
      </p:sp>
      <p:sp>
        <p:nvSpPr>
          <p:cNvPr id="39" name="Text Placeholder 38"/>
          <p:cNvSpPr>
            <a:spLocks noGrp="1"/>
          </p:cNvSpPr>
          <p:nvPr>
            <p:ph type="body" sz="quarter" idx="10" hasCustomPrompt="1"/>
          </p:nvPr>
        </p:nvSpPr>
        <p:spPr>
          <a:xfrm>
            <a:off x="457200" y="2952750"/>
            <a:ext cx="6096000" cy="228600"/>
          </a:xfrm>
        </p:spPr>
        <p:txBody>
          <a:bodyPr/>
          <a:lstStyle>
            <a:lvl1pPr marL="0" indent="0">
              <a:spcBef>
                <a:spcPts val="0"/>
              </a:spcBef>
              <a:buNone/>
              <a:defRPr sz="1200"/>
            </a:lvl1pPr>
          </a:lstStyle>
          <a:p>
            <a:pPr lvl="0"/>
            <a:r>
              <a:rPr lang="en-US"/>
              <a:t>Presenter Title | @</a:t>
            </a:r>
            <a:r>
              <a:rPr lang="en-US" err="1"/>
              <a:t>socialmedia</a:t>
            </a:r>
            <a:endParaRPr lang="en-US"/>
          </a:p>
        </p:txBody>
      </p:sp>
      <p:sp>
        <p:nvSpPr>
          <p:cNvPr id="9" name="TextBox 8"/>
          <p:cNvSpPr txBox="1"/>
          <p:nvPr userDrawn="1"/>
        </p:nvSpPr>
        <p:spPr>
          <a:xfrm>
            <a:off x="152400" y="4857750"/>
            <a:ext cx="1295400" cy="152400"/>
          </a:xfrm>
          <a:prstGeom prst="rect">
            <a:avLst/>
          </a:prstGeom>
          <a:noFill/>
        </p:spPr>
        <p:txBody>
          <a:bodyPr wrap="none" lIns="0" tIns="0" rIns="0" bIns="0" rtlCol="0" anchor="b">
            <a:noAutofit/>
          </a:bodyPr>
          <a:lstStyle/>
          <a:p>
            <a:pPr>
              <a:lnSpc>
                <a:spcPct val="90000"/>
              </a:lnSpc>
            </a:pPr>
            <a:r>
              <a:rPr lang="sk-SK" sz="700">
                <a:solidFill>
                  <a:schemeClr val="bg2"/>
                </a:solidFill>
              </a:rPr>
              <a:t>© 2018 Autodesk, Inc.</a:t>
            </a:r>
          </a:p>
        </p:txBody>
      </p:sp>
      <p:pic>
        <p:nvPicPr>
          <p:cNvPr id="12" name="Picture 11">
            <a:extLst>
              <a:ext uri="{FF2B5EF4-FFF2-40B4-BE49-F238E27FC236}">
                <a16:creationId xmlns:a16="http://schemas.microsoft.com/office/drawing/2014/main" id="{4D8C078B-CBDA-4DD0-868B-C6493C57777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46914" y="4171950"/>
            <a:ext cx="3643208" cy="691894"/>
          </a:xfrm>
          <a:prstGeom prst="rect">
            <a:avLst/>
          </a:prstGeom>
          <a:solidFill>
            <a:schemeClr val="bg1">
              <a:alpha val="56000"/>
            </a:schemeClr>
          </a:solidFill>
        </p:spPr>
      </p:pic>
    </p:spTree>
    <p:extLst>
      <p:ext uri="{BB962C8B-B14F-4D97-AF65-F5344CB8AC3E}">
        <p14:creationId xmlns:p14="http://schemas.microsoft.com/office/powerpoint/2010/main" val="2101905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A">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Freeform 9"/>
          <p:cNvSpPr/>
          <p:nvPr userDrawn="1"/>
        </p:nvSpPr>
        <p:spPr>
          <a:xfrm flipV="1">
            <a:off x="0" y="1200150"/>
            <a:ext cx="7385194" cy="2667000"/>
          </a:xfrm>
          <a:custGeom>
            <a:avLst/>
            <a:gdLst>
              <a:gd name="connsiteX0" fmla="*/ 0 w 7385194"/>
              <a:gd name="connsiteY0" fmla="*/ 2667000 h 2667000"/>
              <a:gd name="connsiteX1" fmla="*/ 7385194 w 7385194"/>
              <a:gd name="connsiteY1" fmla="*/ 2667000 h 2667000"/>
              <a:gd name="connsiteX2" fmla="*/ 6285274 w 7385194"/>
              <a:gd name="connsiteY2" fmla="*/ 0 h 2667000"/>
              <a:gd name="connsiteX3" fmla="*/ 0 w 7385194"/>
              <a:gd name="connsiteY3" fmla="*/ 0 h 2667000"/>
            </a:gdLst>
            <a:ahLst/>
            <a:cxnLst>
              <a:cxn ang="0">
                <a:pos x="connsiteX0" y="connsiteY0"/>
              </a:cxn>
              <a:cxn ang="0">
                <a:pos x="connsiteX1" y="connsiteY1"/>
              </a:cxn>
              <a:cxn ang="0">
                <a:pos x="connsiteX2" y="connsiteY2"/>
              </a:cxn>
              <a:cxn ang="0">
                <a:pos x="connsiteX3" y="connsiteY3"/>
              </a:cxn>
            </a:cxnLst>
            <a:rect l="l" t="t" r="r" b="b"/>
            <a:pathLst>
              <a:path w="7385194" h="2667000">
                <a:moveTo>
                  <a:pt x="0" y="2667000"/>
                </a:moveTo>
                <a:lnTo>
                  <a:pt x="7385194" y="2667000"/>
                </a:lnTo>
                <a:lnTo>
                  <a:pt x="6285274" y="0"/>
                </a:lnTo>
                <a:lnTo>
                  <a:pt x="0" y="0"/>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rial" charset="0"/>
            </a:endParaRPr>
          </a:p>
        </p:txBody>
      </p:sp>
      <p:sp>
        <p:nvSpPr>
          <p:cNvPr id="2" name="Title 1"/>
          <p:cNvSpPr>
            <a:spLocks noGrp="1"/>
          </p:cNvSpPr>
          <p:nvPr>
            <p:ph type="title" hasCustomPrompt="1"/>
          </p:nvPr>
        </p:nvSpPr>
        <p:spPr>
          <a:xfrm>
            <a:off x="457200" y="2114550"/>
            <a:ext cx="6248400" cy="685800"/>
          </a:xfrm>
        </p:spPr>
        <p:txBody>
          <a:bodyPr vert="horz" lIns="0" tIns="0" rIns="0" bIns="0" rtlCol="0" anchor="t">
            <a:noAutofit/>
          </a:bodyPr>
          <a:lstStyle>
            <a:lvl1pPr>
              <a:defRPr lang="en-US" sz="2400" dirty="0">
                <a:solidFill>
                  <a:schemeClr val="tx1"/>
                </a:solidFill>
              </a:defRPr>
            </a:lvl1pPr>
          </a:lstStyle>
          <a:p>
            <a:pPr marL="0" marR="0" lvl="0" indent="0" fontAlgn="auto">
              <a:spcAft>
                <a:spcPts val="0"/>
              </a:spcAft>
              <a:buClrTx/>
              <a:buSzTx/>
              <a:buFontTx/>
              <a:tabLst/>
            </a:pPr>
            <a:r>
              <a:rPr lang="en-US"/>
              <a:t>Section/chapter title slide option A:</a:t>
            </a:r>
            <a:br>
              <a:rPr lang="en-US"/>
            </a:br>
            <a:r>
              <a:rPr lang="en-US"/>
              <a:t>Title can extend over one or two lines</a:t>
            </a:r>
          </a:p>
        </p:txBody>
      </p:sp>
    </p:spTree>
    <p:extLst>
      <p:ext uri="{BB962C8B-B14F-4D97-AF65-F5344CB8AC3E}">
        <p14:creationId xmlns:p14="http://schemas.microsoft.com/office/powerpoint/2010/main" val="17806754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B">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Freeform 7"/>
          <p:cNvSpPr/>
          <p:nvPr userDrawn="1"/>
        </p:nvSpPr>
        <p:spPr>
          <a:xfrm flipV="1">
            <a:off x="0" y="0"/>
            <a:ext cx="7880158" cy="5143500"/>
          </a:xfrm>
          <a:custGeom>
            <a:avLst/>
            <a:gdLst>
              <a:gd name="connsiteX0" fmla="*/ 0 w 7880158"/>
              <a:gd name="connsiteY0" fmla="*/ 5143500 h 5143500"/>
              <a:gd name="connsiteX1" fmla="*/ 7880158 w 7880158"/>
              <a:gd name="connsiteY1" fmla="*/ 5143500 h 5143500"/>
              <a:gd name="connsiteX2" fmla="*/ 5758883 w 7880158"/>
              <a:gd name="connsiteY2" fmla="*/ 0 h 5143500"/>
              <a:gd name="connsiteX3" fmla="*/ 0 w 7880158"/>
              <a:gd name="connsiteY3" fmla="*/ 0 h 5143500"/>
            </a:gdLst>
            <a:ahLst/>
            <a:cxnLst>
              <a:cxn ang="0">
                <a:pos x="connsiteX0" y="connsiteY0"/>
              </a:cxn>
              <a:cxn ang="0">
                <a:pos x="connsiteX1" y="connsiteY1"/>
              </a:cxn>
              <a:cxn ang="0">
                <a:pos x="connsiteX2" y="connsiteY2"/>
              </a:cxn>
              <a:cxn ang="0">
                <a:pos x="connsiteX3" y="connsiteY3"/>
              </a:cxn>
            </a:cxnLst>
            <a:rect l="l" t="t" r="r" b="b"/>
            <a:pathLst>
              <a:path w="7880158" h="5143500">
                <a:moveTo>
                  <a:pt x="0" y="5143500"/>
                </a:moveTo>
                <a:lnTo>
                  <a:pt x="7880158" y="5143500"/>
                </a:lnTo>
                <a:lnTo>
                  <a:pt x="5758883" y="0"/>
                </a:lnTo>
                <a:lnTo>
                  <a:pt x="0" y="0"/>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rial" charset="0"/>
            </a:endParaRPr>
          </a:p>
        </p:txBody>
      </p:sp>
      <p:sp>
        <p:nvSpPr>
          <p:cNvPr id="2" name="Title 1"/>
          <p:cNvSpPr>
            <a:spLocks noGrp="1"/>
          </p:cNvSpPr>
          <p:nvPr>
            <p:ph type="ctrTitle" hasCustomPrompt="1"/>
          </p:nvPr>
        </p:nvSpPr>
        <p:spPr>
          <a:xfrm>
            <a:off x="457200" y="1657350"/>
            <a:ext cx="6400800" cy="685800"/>
          </a:xfrm>
        </p:spPr>
        <p:txBody>
          <a:bodyPr anchor="t"/>
          <a:lstStyle>
            <a:lvl1pPr marL="0" marR="0" indent="0" algn="l" defTabSz="685800" rtl="0" eaLnBrk="1" fontAlgn="auto" latinLnBrk="0" hangingPunct="1">
              <a:lnSpc>
                <a:spcPct val="90000"/>
              </a:lnSpc>
              <a:spcBef>
                <a:spcPct val="0"/>
              </a:spcBef>
              <a:spcAft>
                <a:spcPts val="0"/>
              </a:spcAft>
              <a:buClrTx/>
              <a:buSzTx/>
              <a:buFontTx/>
              <a:buNone/>
              <a:tabLst/>
              <a:defRPr sz="2400">
                <a:solidFill>
                  <a:schemeClr val="tx1"/>
                </a:solidFill>
              </a:defRPr>
            </a:lvl1pPr>
          </a:lstStyle>
          <a:p>
            <a:r>
              <a:rPr lang="en-US"/>
              <a:t>Title slide option B: </a:t>
            </a:r>
            <a:br>
              <a:rPr lang="en-US"/>
            </a:br>
            <a:r>
              <a:rPr lang="en-US"/>
              <a:t>Main title can extend over one or two lines</a:t>
            </a:r>
          </a:p>
        </p:txBody>
      </p:sp>
      <p:sp>
        <p:nvSpPr>
          <p:cNvPr id="3" name="Subtitle 2"/>
          <p:cNvSpPr>
            <a:spLocks noGrp="1"/>
          </p:cNvSpPr>
          <p:nvPr>
            <p:ph type="subTitle" idx="1" hasCustomPrompt="1"/>
          </p:nvPr>
        </p:nvSpPr>
        <p:spPr>
          <a:xfrm>
            <a:off x="457200" y="2647950"/>
            <a:ext cx="6096000" cy="304800"/>
          </a:xfrm>
        </p:spPr>
        <p:txBody>
          <a:bodyPr/>
          <a:lstStyle>
            <a:lvl1pPr marL="0" marR="0" indent="0" algn="l" defTabSz="685800" rtl="0" eaLnBrk="1" fontAlgn="auto" latinLnBrk="0" hangingPunct="1">
              <a:lnSpc>
                <a:spcPct val="90000"/>
              </a:lnSpc>
              <a:spcBef>
                <a:spcPts val="0"/>
              </a:spcBef>
              <a:spcAft>
                <a:spcPts val="0"/>
              </a:spcAft>
              <a:buClr>
                <a:schemeClr val="tx2"/>
              </a:buClr>
              <a:buSzTx/>
              <a:buFont typeface="Wingdings" charset="2"/>
              <a:buNone/>
              <a:tabLst/>
              <a:defRPr sz="16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Presenter Name</a:t>
            </a:r>
          </a:p>
        </p:txBody>
      </p:sp>
      <p:sp>
        <p:nvSpPr>
          <p:cNvPr id="39" name="Text Placeholder 38"/>
          <p:cNvSpPr>
            <a:spLocks noGrp="1"/>
          </p:cNvSpPr>
          <p:nvPr>
            <p:ph type="body" sz="quarter" idx="10" hasCustomPrompt="1"/>
          </p:nvPr>
        </p:nvSpPr>
        <p:spPr>
          <a:xfrm>
            <a:off x="457200" y="2952750"/>
            <a:ext cx="6096000" cy="228600"/>
          </a:xfrm>
        </p:spPr>
        <p:txBody>
          <a:bodyPr/>
          <a:lstStyle>
            <a:lvl1pPr marL="0" indent="0">
              <a:spcBef>
                <a:spcPts val="0"/>
              </a:spcBef>
              <a:buNone/>
              <a:defRPr sz="1200"/>
            </a:lvl1pPr>
          </a:lstStyle>
          <a:p>
            <a:pPr lvl="0"/>
            <a:r>
              <a:rPr lang="en-US"/>
              <a:t>Presenter Title | @</a:t>
            </a:r>
            <a:r>
              <a:rPr lang="en-US" err="1"/>
              <a:t>socialmedia</a:t>
            </a:r>
            <a:endParaRPr lang="en-US"/>
          </a:p>
        </p:txBody>
      </p:sp>
      <p:pic>
        <p:nvPicPr>
          <p:cNvPr id="5" name="Picture 4">
            <a:extLst>
              <a:ext uri="{FF2B5EF4-FFF2-40B4-BE49-F238E27FC236}">
                <a16:creationId xmlns:a16="http://schemas.microsoft.com/office/drawing/2014/main" id="{BB0A0EE0-C819-4AE9-9DD6-46B7A6F530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7200" y="509706"/>
            <a:ext cx="3643208" cy="6918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B">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5" name="Freeform 4"/>
          <p:cNvSpPr/>
          <p:nvPr userDrawn="1"/>
        </p:nvSpPr>
        <p:spPr>
          <a:xfrm flipV="1">
            <a:off x="0" y="0"/>
            <a:ext cx="7880158" cy="5143500"/>
          </a:xfrm>
          <a:custGeom>
            <a:avLst/>
            <a:gdLst>
              <a:gd name="connsiteX0" fmla="*/ 0 w 7880158"/>
              <a:gd name="connsiteY0" fmla="*/ 5143500 h 5143500"/>
              <a:gd name="connsiteX1" fmla="*/ 7880158 w 7880158"/>
              <a:gd name="connsiteY1" fmla="*/ 5143500 h 5143500"/>
              <a:gd name="connsiteX2" fmla="*/ 5758883 w 7880158"/>
              <a:gd name="connsiteY2" fmla="*/ 0 h 5143500"/>
              <a:gd name="connsiteX3" fmla="*/ 0 w 7880158"/>
              <a:gd name="connsiteY3" fmla="*/ 0 h 5143500"/>
            </a:gdLst>
            <a:ahLst/>
            <a:cxnLst>
              <a:cxn ang="0">
                <a:pos x="connsiteX0" y="connsiteY0"/>
              </a:cxn>
              <a:cxn ang="0">
                <a:pos x="connsiteX1" y="connsiteY1"/>
              </a:cxn>
              <a:cxn ang="0">
                <a:pos x="connsiteX2" y="connsiteY2"/>
              </a:cxn>
              <a:cxn ang="0">
                <a:pos x="connsiteX3" y="connsiteY3"/>
              </a:cxn>
            </a:cxnLst>
            <a:rect l="l" t="t" r="r" b="b"/>
            <a:pathLst>
              <a:path w="7880158" h="5143500">
                <a:moveTo>
                  <a:pt x="0" y="5143500"/>
                </a:moveTo>
                <a:lnTo>
                  <a:pt x="7880158" y="5143500"/>
                </a:lnTo>
                <a:lnTo>
                  <a:pt x="5758883" y="0"/>
                </a:lnTo>
                <a:lnTo>
                  <a:pt x="0" y="0"/>
                </a:ln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rial" charset="0"/>
            </a:endParaRPr>
          </a:p>
        </p:txBody>
      </p:sp>
      <p:sp>
        <p:nvSpPr>
          <p:cNvPr id="2" name="Title 1"/>
          <p:cNvSpPr>
            <a:spLocks noGrp="1"/>
          </p:cNvSpPr>
          <p:nvPr>
            <p:ph type="title" hasCustomPrompt="1"/>
          </p:nvPr>
        </p:nvSpPr>
        <p:spPr>
          <a:xfrm>
            <a:off x="457200" y="2114550"/>
            <a:ext cx="6248400" cy="685800"/>
          </a:xfrm>
        </p:spPr>
        <p:txBody>
          <a:bodyPr vert="horz" lIns="0" tIns="0" rIns="0" bIns="0" rtlCol="0" anchor="t">
            <a:noAutofit/>
          </a:bodyPr>
          <a:lstStyle>
            <a:lvl1pPr>
              <a:defRPr lang="en-US" sz="2400" dirty="0">
                <a:solidFill>
                  <a:schemeClr val="tx1"/>
                </a:solidFill>
              </a:defRPr>
            </a:lvl1pPr>
          </a:lstStyle>
          <a:p>
            <a:pPr marL="0" marR="0" lvl="0" indent="0" fontAlgn="auto">
              <a:spcAft>
                <a:spcPts val="0"/>
              </a:spcAft>
              <a:buClrTx/>
              <a:buSzTx/>
              <a:buFontTx/>
              <a:tabLst/>
            </a:pPr>
            <a:r>
              <a:rPr lang="en-US"/>
              <a:t>Section/chapter title slide option B:</a:t>
            </a:r>
            <a:br>
              <a:rPr lang="en-US"/>
            </a:br>
            <a:r>
              <a:rPr lang="en-US"/>
              <a:t>Title can extend over one or two lines</a:t>
            </a:r>
          </a:p>
        </p:txBody>
      </p:sp>
      <p:pic>
        <p:nvPicPr>
          <p:cNvPr id="7" name="Picture 6">
            <a:extLst>
              <a:ext uri="{FF2B5EF4-FFF2-40B4-BE49-F238E27FC236}">
                <a16:creationId xmlns:a16="http://schemas.microsoft.com/office/drawing/2014/main" id="{F9EB9F50-3388-4284-9110-AE5FA6DEEB9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7200" y="509706"/>
            <a:ext cx="3643208" cy="6918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1 Column">
    <p:spTree>
      <p:nvGrpSpPr>
        <p:cNvPr id="1" name=""/>
        <p:cNvGrpSpPr/>
        <p:nvPr/>
      </p:nvGrpSpPr>
      <p:grpSpPr>
        <a:xfrm>
          <a:off x="0" y="0"/>
          <a:ext cx="0" cy="0"/>
          <a:chOff x="0" y="0"/>
          <a:chExt cx="0" cy="0"/>
        </a:xfrm>
      </p:grpSpPr>
      <p:sp>
        <p:nvSpPr>
          <p:cNvPr id="2" name="Title 1"/>
          <p:cNvSpPr>
            <a:spLocks noGrp="1"/>
          </p:cNvSpPr>
          <p:nvPr>
            <p:ph type="title"/>
          </p:nvPr>
        </p:nvSpPr>
        <p:spPr>
          <a:xfrm>
            <a:off x="304800" y="285750"/>
            <a:ext cx="5994400" cy="457200"/>
          </a:xfrm>
        </p:spPr>
        <p:txBody>
          <a:bodyPr/>
          <a:lstStyle/>
          <a:p>
            <a:r>
              <a:rPr lang="de-DE"/>
              <a:t>Titelmasterformat durch Klicken bearbeiten</a:t>
            </a:r>
            <a:endParaRPr lang="en-US"/>
          </a:p>
        </p:txBody>
      </p:sp>
      <p:sp>
        <p:nvSpPr>
          <p:cNvPr id="3" name="Content Placeholder 2"/>
          <p:cNvSpPr>
            <a:spLocks noGrp="1"/>
          </p:cNvSpPr>
          <p:nvPr>
            <p:ph idx="1"/>
          </p:nvPr>
        </p:nvSpPr>
        <p:spPr/>
        <p:txBody>
          <a:bodyPr/>
          <a:lstStyle>
            <a:lvl1pPr>
              <a:spcBef>
                <a:spcPts val="0"/>
              </a:spcBef>
              <a:defRPr/>
            </a:lvl1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Text Placeholder 7"/>
          <p:cNvSpPr>
            <a:spLocks noGrp="1"/>
          </p:cNvSpPr>
          <p:nvPr>
            <p:ph type="body" sz="quarter" idx="10" hasCustomPrompt="1"/>
          </p:nvPr>
        </p:nvSpPr>
        <p:spPr>
          <a:xfrm>
            <a:off x="304800" y="742950"/>
            <a:ext cx="8534400" cy="304800"/>
          </a:xfrm>
        </p:spPr>
        <p:txBody>
          <a:bodyPr anchor="ctr"/>
          <a:lstStyle>
            <a:lvl1pPr marL="0" marR="0" indent="0" algn="l" defTabSz="685800" rtl="0" eaLnBrk="1" fontAlgn="auto" latinLnBrk="0" hangingPunct="1">
              <a:lnSpc>
                <a:spcPct val="90000"/>
              </a:lnSpc>
              <a:spcBef>
                <a:spcPts val="0"/>
              </a:spcBef>
              <a:spcAft>
                <a:spcPts val="0"/>
              </a:spcAft>
              <a:buClr>
                <a:schemeClr val="tx2"/>
              </a:buClr>
              <a:buSzTx/>
              <a:buFont typeface="Wingdings" charset="2"/>
              <a:buNone/>
              <a:tabLst/>
              <a:defRPr sz="1600" b="1">
                <a:solidFill>
                  <a:schemeClr val="bg2">
                    <a:lumMod val="50000"/>
                  </a:schemeClr>
                </a:solidFill>
              </a:defRPr>
            </a:lvl1pPr>
          </a:lstStyle>
          <a:p>
            <a:pPr marL="0" marR="0" lvl="0" indent="0" algn="l" defTabSz="685800" rtl="0" eaLnBrk="1" fontAlgn="auto" latinLnBrk="0" hangingPunct="1">
              <a:lnSpc>
                <a:spcPct val="90000"/>
              </a:lnSpc>
              <a:spcBef>
                <a:spcPts val="0"/>
              </a:spcBef>
              <a:spcAft>
                <a:spcPts val="0"/>
              </a:spcAft>
              <a:buClr>
                <a:schemeClr val="tx2"/>
              </a:buClr>
              <a:buSzTx/>
              <a:buFont typeface="Wingdings" charset="2"/>
              <a:buNone/>
              <a:tabLst/>
              <a:defRPr/>
            </a:pPr>
            <a:r>
              <a:rPr lang="en-US"/>
              <a:t>Subtitle if needed</a:t>
            </a:r>
          </a:p>
        </p:txBody>
      </p:sp>
      <p:pic>
        <p:nvPicPr>
          <p:cNvPr id="5" name="Picture 4">
            <a:extLst>
              <a:ext uri="{FF2B5EF4-FFF2-40B4-BE49-F238E27FC236}">
                <a16:creationId xmlns:a16="http://schemas.microsoft.com/office/drawing/2014/main" id="{EE43802F-247A-4B6E-9D50-074A7F5841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31787" y="285751"/>
            <a:ext cx="2407413" cy="457200"/>
          </a:xfrm>
          <a:prstGeom prst="rect">
            <a:avLst/>
          </a:prstGeom>
        </p:spPr>
      </p:pic>
    </p:spTree>
    <p:extLst>
      <p:ext uri="{BB962C8B-B14F-4D97-AF65-F5344CB8AC3E}">
        <p14:creationId xmlns:p14="http://schemas.microsoft.com/office/powerpoint/2010/main" val="7829132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a:p>
        </p:txBody>
      </p:sp>
      <p:sp>
        <p:nvSpPr>
          <p:cNvPr id="3" name="Content Placeholder 2"/>
          <p:cNvSpPr>
            <a:spLocks noGrp="1"/>
          </p:cNvSpPr>
          <p:nvPr>
            <p:ph sz="half" idx="1"/>
          </p:nvPr>
        </p:nvSpPr>
        <p:spPr>
          <a:xfrm>
            <a:off x="304800" y="1123950"/>
            <a:ext cx="4114800" cy="3886200"/>
          </a:xfrm>
        </p:spPr>
        <p:txBody>
          <a:bodyPr/>
          <a:lstStyle>
            <a:lvl1pPr>
              <a:spcBef>
                <a:spcPts val="0"/>
              </a:spcBef>
              <a:defRPr/>
            </a:lvl1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ontent Placeholder 3"/>
          <p:cNvSpPr>
            <a:spLocks noGrp="1"/>
          </p:cNvSpPr>
          <p:nvPr>
            <p:ph sz="half" idx="2"/>
          </p:nvPr>
        </p:nvSpPr>
        <p:spPr>
          <a:xfrm>
            <a:off x="4724400" y="1123950"/>
            <a:ext cx="4114800" cy="3886200"/>
          </a:xfrm>
        </p:spPr>
        <p:txBody>
          <a:bodyPr/>
          <a:lstStyle>
            <a:lvl1pPr>
              <a:spcBef>
                <a:spcPts val="0"/>
              </a:spcBef>
              <a:defRPr/>
            </a:lvl1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Text Placeholder 7"/>
          <p:cNvSpPr>
            <a:spLocks noGrp="1"/>
          </p:cNvSpPr>
          <p:nvPr>
            <p:ph type="body" sz="quarter" idx="10" hasCustomPrompt="1"/>
          </p:nvPr>
        </p:nvSpPr>
        <p:spPr>
          <a:xfrm>
            <a:off x="304800" y="742950"/>
            <a:ext cx="8534400" cy="304800"/>
          </a:xfrm>
        </p:spPr>
        <p:txBody>
          <a:bodyPr/>
          <a:lstStyle>
            <a:lvl1pPr marL="0" marR="0" indent="0" algn="l" defTabSz="685800" rtl="0" eaLnBrk="1" fontAlgn="auto" latinLnBrk="0" hangingPunct="1">
              <a:lnSpc>
                <a:spcPct val="90000"/>
              </a:lnSpc>
              <a:spcBef>
                <a:spcPts val="0"/>
              </a:spcBef>
              <a:spcAft>
                <a:spcPts val="0"/>
              </a:spcAft>
              <a:buClr>
                <a:schemeClr val="tx2"/>
              </a:buClr>
              <a:buSzTx/>
              <a:buFont typeface="Wingdings" charset="2"/>
              <a:buNone/>
              <a:tabLst/>
              <a:defRPr sz="1600" b="1">
                <a:solidFill>
                  <a:schemeClr val="bg2">
                    <a:lumMod val="50000"/>
                  </a:schemeClr>
                </a:solidFill>
              </a:defRPr>
            </a:lvl1pPr>
          </a:lstStyle>
          <a:p>
            <a:pPr marL="0" marR="0" lvl="0" indent="0" algn="l" defTabSz="685800" rtl="0" eaLnBrk="1" fontAlgn="auto" latinLnBrk="0" hangingPunct="1">
              <a:lnSpc>
                <a:spcPct val="90000"/>
              </a:lnSpc>
              <a:spcBef>
                <a:spcPts val="0"/>
              </a:spcBef>
              <a:spcAft>
                <a:spcPts val="0"/>
              </a:spcAft>
              <a:buClr>
                <a:schemeClr val="tx2"/>
              </a:buClr>
              <a:buSzTx/>
              <a:buFont typeface="Wingdings" charset="2"/>
              <a:buNone/>
              <a:tabLst/>
              <a:defRPr/>
            </a:pPr>
            <a:r>
              <a:rPr lang="en-US"/>
              <a:t>Subtitle if needed</a:t>
            </a:r>
          </a:p>
        </p:txBody>
      </p:sp>
    </p:spTree>
    <p:extLst>
      <p:ext uri="{BB962C8B-B14F-4D97-AF65-F5344CB8AC3E}">
        <p14:creationId xmlns:p14="http://schemas.microsoft.com/office/powerpoint/2010/main" val="1872336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a:p>
        </p:txBody>
      </p:sp>
      <p:sp>
        <p:nvSpPr>
          <p:cNvPr id="3" name="Content Placeholder 2"/>
          <p:cNvSpPr>
            <a:spLocks noGrp="1"/>
          </p:cNvSpPr>
          <p:nvPr>
            <p:ph sz="half" idx="1"/>
          </p:nvPr>
        </p:nvSpPr>
        <p:spPr>
          <a:xfrm>
            <a:off x="304800" y="1123950"/>
            <a:ext cx="4114800" cy="3886200"/>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Text Placeholder 7"/>
          <p:cNvSpPr>
            <a:spLocks noGrp="1"/>
          </p:cNvSpPr>
          <p:nvPr>
            <p:ph type="body" sz="quarter" idx="10" hasCustomPrompt="1"/>
          </p:nvPr>
        </p:nvSpPr>
        <p:spPr>
          <a:xfrm>
            <a:off x="304800" y="742950"/>
            <a:ext cx="8534400" cy="304800"/>
          </a:xfrm>
        </p:spPr>
        <p:txBody>
          <a:bodyPr/>
          <a:lstStyle>
            <a:lvl1pPr marL="0" marR="0" indent="0" algn="l" defTabSz="685800" rtl="0" eaLnBrk="1" fontAlgn="auto" latinLnBrk="0" hangingPunct="1">
              <a:lnSpc>
                <a:spcPct val="90000"/>
              </a:lnSpc>
              <a:spcBef>
                <a:spcPts val="0"/>
              </a:spcBef>
              <a:spcAft>
                <a:spcPts val="0"/>
              </a:spcAft>
              <a:buClr>
                <a:schemeClr val="tx2"/>
              </a:buClr>
              <a:buSzTx/>
              <a:buFont typeface="Wingdings" charset="2"/>
              <a:buNone/>
              <a:tabLst/>
              <a:defRPr sz="1600" b="1">
                <a:solidFill>
                  <a:schemeClr val="bg2">
                    <a:lumMod val="50000"/>
                  </a:schemeClr>
                </a:solidFill>
              </a:defRPr>
            </a:lvl1pPr>
          </a:lstStyle>
          <a:p>
            <a:pPr marL="0" marR="0" lvl="0" indent="0" algn="l" defTabSz="685800" rtl="0" eaLnBrk="1" fontAlgn="auto" latinLnBrk="0" hangingPunct="1">
              <a:lnSpc>
                <a:spcPct val="90000"/>
              </a:lnSpc>
              <a:spcBef>
                <a:spcPts val="0"/>
              </a:spcBef>
              <a:spcAft>
                <a:spcPts val="0"/>
              </a:spcAft>
              <a:buClr>
                <a:schemeClr val="tx2"/>
              </a:buClr>
              <a:buSzTx/>
              <a:buFont typeface="Wingdings" charset="2"/>
              <a:buNone/>
              <a:tabLst/>
              <a:defRPr/>
            </a:pPr>
            <a:r>
              <a:rPr lang="en-US"/>
              <a:t>Subtitle if needed</a:t>
            </a:r>
          </a:p>
        </p:txBody>
      </p:sp>
      <p:sp>
        <p:nvSpPr>
          <p:cNvPr id="6" name="Picture Placeholder 5"/>
          <p:cNvSpPr>
            <a:spLocks noGrp="1"/>
          </p:cNvSpPr>
          <p:nvPr>
            <p:ph type="pic" sz="quarter" idx="11"/>
          </p:nvPr>
        </p:nvSpPr>
        <p:spPr>
          <a:xfrm>
            <a:off x="4724400" y="1123950"/>
            <a:ext cx="4114800" cy="3657600"/>
          </a:xfrm>
        </p:spPr>
        <p:txBody>
          <a:bodyPr anchor="ctr"/>
          <a:lstStyle>
            <a:lvl1pPr marL="0" indent="0" algn="ctr">
              <a:buFontTx/>
              <a:buNone/>
              <a:defRPr/>
            </a:lvl1pPr>
          </a:lstStyle>
          <a:p>
            <a:r>
              <a:rPr lang="de-DE"/>
              <a:t>Bild durch Klicken auf Symbol hinzufügen</a:t>
            </a:r>
            <a:endParaRPr lang="en-US"/>
          </a:p>
        </p:txBody>
      </p:sp>
      <p:sp>
        <p:nvSpPr>
          <p:cNvPr id="9" name="Text Placeholder 8"/>
          <p:cNvSpPr>
            <a:spLocks noGrp="1"/>
          </p:cNvSpPr>
          <p:nvPr>
            <p:ph type="body" sz="quarter" idx="12" hasCustomPrompt="1"/>
          </p:nvPr>
        </p:nvSpPr>
        <p:spPr>
          <a:xfrm>
            <a:off x="4724400" y="4857750"/>
            <a:ext cx="4114800" cy="152400"/>
          </a:xfrm>
        </p:spPr>
        <p:txBody>
          <a:bodyPr/>
          <a:lstStyle>
            <a:lvl1pPr marL="0" indent="0">
              <a:spcBef>
                <a:spcPts val="0"/>
              </a:spcBef>
              <a:buNone/>
              <a:defRPr sz="900">
                <a:solidFill>
                  <a:schemeClr val="tx1"/>
                </a:solidFill>
              </a:defRPr>
            </a:lvl1pPr>
          </a:lstStyle>
          <a:p>
            <a:pPr lvl="0"/>
            <a:r>
              <a:rPr lang="en-US"/>
              <a:t>Photo credit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US"/>
          </a:p>
        </p:txBody>
      </p:sp>
      <p:sp>
        <p:nvSpPr>
          <p:cNvPr id="3" name="Text Placeholder 7"/>
          <p:cNvSpPr>
            <a:spLocks noGrp="1"/>
          </p:cNvSpPr>
          <p:nvPr>
            <p:ph type="body" sz="quarter" idx="10" hasCustomPrompt="1"/>
          </p:nvPr>
        </p:nvSpPr>
        <p:spPr>
          <a:xfrm>
            <a:off x="304800" y="742950"/>
            <a:ext cx="8534400" cy="304800"/>
          </a:xfrm>
        </p:spPr>
        <p:txBody>
          <a:bodyPr/>
          <a:lstStyle>
            <a:lvl1pPr marL="0" indent="0">
              <a:spcBef>
                <a:spcPts val="0"/>
              </a:spcBef>
              <a:buNone/>
              <a:defRPr sz="1600" b="1">
                <a:solidFill>
                  <a:schemeClr val="bg2">
                    <a:lumMod val="50000"/>
                  </a:schemeClr>
                </a:solidFill>
              </a:defRPr>
            </a:lvl1pPr>
          </a:lstStyle>
          <a:p>
            <a:pPr lvl="0"/>
            <a:r>
              <a:rPr lang="en-US"/>
              <a:t>Subtitle if needed</a:t>
            </a:r>
          </a:p>
        </p:txBody>
      </p:sp>
    </p:spTree>
    <p:extLst>
      <p:ext uri="{BB962C8B-B14F-4D97-AF65-F5344CB8AC3E}">
        <p14:creationId xmlns:p14="http://schemas.microsoft.com/office/powerpoint/2010/main" val="25134295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Keywo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5143500"/>
          </a:xfrm>
        </p:spPr>
        <p:txBody>
          <a:bodyPr bIns="182880" anchor="ctr"/>
          <a:lstStyle>
            <a:lvl1pPr marL="0" marR="0" indent="0" algn="ctr" defTabSz="685800" rtl="0" eaLnBrk="1" fontAlgn="auto" latinLnBrk="0" hangingPunct="1">
              <a:lnSpc>
                <a:spcPct val="90000"/>
              </a:lnSpc>
              <a:spcBef>
                <a:spcPct val="0"/>
              </a:spcBef>
              <a:spcAft>
                <a:spcPts val="0"/>
              </a:spcAft>
              <a:buClrTx/>
              <a:buSzTx/>
              <a:buFontTx/>
              <a:buNone/>
              <a:tabLst/>
              <a:defRPr sz="8000"/>
            </a:lvl1pPr>
          </a:lstStyle>
          <a:p>
            <a:r>
              <a:rPr lang="en-US"/>
              <a:t>Keyword slide</a:t>
            </a:r>
          </a:p>
        </p:txBody>
      </p:sp>
      <p:pic>
        <p:nvPicPr>
          <p:cNvPr id="4" name="Picture 3">
            <a:extLst>
              <a:ext uri="{FF2B5EF4-FFF2-40B4-BE49-F238E27FC236}">
                <a16:creationId xmlns:a16="http://schemas.microsoft.com/office/drawing/2014/main" id="{9C050FC1-F6A2-41E6-9100-344E497968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31787" y="285751"/>
            <a:ext cx="2407413" cy="457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5143500"/>
          </a:xfrm>
        </p:spPr>
        <p:txBody>
          <a:bodyPr anchor="ctr"/>
          <a:lstStyle>
            <a:lvl1pPr marL="0" indent="0" algn="ctr">
              <a:buNone/>
              <a:defRPr/>
            </a:lvl1pPr>
          </a:lstStyle>
          <a:p>
            <a:r>
              <a:rPr lang="de-DE"/>
              <a:t>Bild durch Klicken auf Symbol hinzufügen</a:t>
            </a:r>
            <a:endParaRPr lang="en-US"/>
          </a:p>
        </p:txBody>
      </p:sp>
      <p:sp>
        <p:nvSpPr>
          <p:cNvPr id="2" name="Title 1"/>
          <p:cNvSpPr>
            <a:spLocks noGrp="1"/>
          </p:cNvSpPr>
          <p:nvPr>
            <p:ph type="title" hasCustomPrompt="1"/>
          </p:nvPr>
        </p:nvSpPr>
        <p:spPr>
          <a:xfrm>
            <a:off x="152400" y="4857750"/>
            <a:ext cx="6400800" cy="152400"/>
          </a:xfrm>
        </p:spPr>
        <p:txBody>
          <a:bodyPr anchor="b"/>
          <a:lstStyle>
            <a:lvl1pPr>
              <a:spcBef>
                <a:spcPts val="0"/>
              </a:spcBef>
              <a:defRPr lang="en-US" sz="900" b="0" i="0" dirty="0">
                <a:solidFill>
                  <a:schemeClr val="tx1"/>
                </a:solidFill>
                <a:latin typeface="+mn-lt"/>
                <a:ea typeface="+mn-ea"/>
                <a:cs typeface="Arial" charset="0"/>
              </a:defRPr>
            </a:lvl1pPr>
          </a:lstStyle>
          <a:p>
            <a:pPr marL="0" lvl="0" indent="0">
              <a:spcBef>
                <a:spcPts val="750"/>
              </a:spcBef>
              <a:buFont typeface="Arial" panose="020B0604020202020204" pitchFamily="34" charset="0"/>
            </a:pPr>
            <a:r>
              <a:rPr lang="en-US"/>
              <a:t>Replace this copy with image credit when applicable.</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080496-57B2-4609-AB33-458C6DDB55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31787" y="285751"/>
            <a:ext cx="2407413" cy="457200"/>
          </a:xfrm>
          <a:prstGeom prst="rect">
            <a:avLst/>
          </a:prstGeom>
        </p:spPr>
      </p:pic>
    </p:spTree>
    <p:extLst>
      <p:ext uri="{BB962C8B-B14F-4D97-AF65-F5344CB8AC3E}">
        <p14:creationId xmlns:p14="http://schemas.microsoft.com/office/powerpoint/2010/main" val="21690863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94350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p:cNvSpPr>
            <a:spLocks noGrp="1"/>
          </p:cNvSpPr>
          <p:nvPr>
            <p:ph type="dt" sz="half" idx="10"/>
          </p:nvPr>
        </p:nvSpPr>
        <p:spPr/>
        <p:txBody>
          <a:bodyPr/>
          <a:lstStyle/>
          <a:p>
            <a:fld id="{C8927868-526A-4C6B-96A5-2F672AB9D3F4}" type="datetimeFigureOut">
              <a:rPr lang="en-US" smtClean="0"/>
              <a:pPr/>
              <a:t>12/18/2025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AA372167-55E0-4849-BCAD-C2A1CF9D3BE1}" type="slidenum">
              <a:rPr lang="en-US" smtClean="0"/>
              <a:pPr/>
              <a:t>‹#›</a:t>
            </a:fld>
            <a:endParaRPr lang="en-US"/>
          </a:p>
        </p:txBody>
      </p:sp>
    </p:spTree>
    <p:extLst>
      <p:ext uri="{BB962C8B-B14F-4D97-AF65-F5344CB8AC3E}">
        <p14:creationId xmlns:p14="http://schemas.microsoft.com/office/powerpoint/2010/main" val="3300836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and Content (1 column)">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1" y="1169988"/>
            <a:ext cx="8229644" cy="3468705"/>
          </a:xfrm>
          <a:prstGeom prst="rect">
            <a:avLst/>
          </a:prstGeom>
        </p:spPr>
        <p:txBody>
          <a:bodyPr lIns="73140" tIns="0" rIns="0" bIns="0">
            <a:noAutofit/>
          </a:bodyPr>
          <a:lstStyle>
            <a:lvl1pPr marL="411362" indent="-411362">
              <a:buClr>
                <a:schemeClr val="accent4"/>
              </a:buClr>
              <a:buSzPct val="100000"/>
              <a:buFont typeface="Wingdings" charset="2"/>
              <a:buChar char="§"/>
              <a:defRPr sz="2800" b="0">
                <a:solidFill>
                  <a:schemeClr val="tx1"/>
                </a:solidFill>
                <a:latin typeface="Artifakt ElementOfc"/>
                <a:cs typeface="Artifakt ElementOfc"/>
              </a:defRPr>
            </a:lvl1pPr>
            <a:lvl2pPr marL="831698" indent="-287891">
              <a:buClr>
                <a:schemeClr val="accent4"/>
              </a:buClr>
              <a:buSzPct val="100000"/>
              <a:buFont typeface="Wingdings" charset="2"/>
              <a:buChar char="§"/>
              <a:defRPr sz="2500" b="0">
                <a:solidFill>
                  <a:schemeClr val="tx1"/>
                </a:solidFill>
                <a:latin typeface="Artifakt ElementOfc"/>
                <a:cs typeface="Artifakt ElementOfc"/>
              </a:defRPr>
            </a:lvl2pPr>
            <a:lvl3pPr marL="1279535" indent="-259102">
              <a:buClr>
                <a:schemeClr val="accent4"/>
              </a:buClr>
              <a:buSzPct val="100000"/>
              <a:buFont typeface="Wingdings" charset="2"/>
              <a:buChar char="§"/>
              <a:defRPr sz="2200" b="0">
                <a:solidFill>
                  <a:schemeClr val="tx1"/>
                </a:solidFill>
                <a:latin typeface="Artifakt ElementOfc"/>
                <a:cs typeface="Artifakt ElementOfc"/>
              </a:defRPr>
            </a:lvl3pPr>
            <a:lvl4pPr marL="1791350" indent="-230313">
              <a:buClr>
                <a:schemeClr val="accent4"/>
              </a:buClr>
              <a:buSzPct val="100000"/>
              <a:buFont typeface="Wingdings" charset="2"/>
              <a:buChar char="§"/>
              <a:defRPr sz="1900" b="0">
                <a:solidFill>
                  <a:schemeClr val="tx1"/>
                </a:solidFill>
                <a:latin typeface="Artifakt ElementOfc"/>
                <a:cs typeface="Artifakt ElementOfc"/>
              </a:defRPr>
            </a:lvl4pPr>
            <a:lvl5pPr marL="2303162" indent="-201524">
              <a:buClr>
                <a:schemeClr val="accent4"/>
              </a:buClr>
              <a:buSzPct val="100000"/>
              <a:buFont typeface="Wingdings" charset="2"/>
              <a:buChar char="§"/>
              <a:defRPr sz="1700" b="0">
                <a:solidFill>
                  <a:schemeClr val="tx1"/>
                </a:solidFill>
                <a:latin typeface="Artifakt ElementOfc"/>
                <a:cs typeface="Artifakt ElementOfc"/>
              </a:defRPr>
            </a:lvl5pPr>
          </a:lstStyle>
          <a:p>
            <a:pPr lvl="0"/>
            <a:r>
              <a:rPr lang="de-DE"/>
              <a:t>Textmasterformat bearbeiten</a:t>
            </a:r>
          </a:p>
          <a:p>
            <a:pPr lvl="1"/>
            <a:r>
              <a:rPr lang="de-DE"/>
              <a:t>Zweite Ebene</a:t>
            </a:r>
          </a:p>
          <a:p>
            <a:pPr lvl="2"/>
            <a:r>
              <a:rPr lang="de-DE"/>
              <a:t>Dritte Ebene</a:t>
            </a:r>
          </a:p>
          <a:p>
            <a:pPr lvl="3"/>
            <a:r>
              <a:rPr lang="de-DE"/>
              <a:t>Vierte Ebene</a:t>
            </a:r>
          </a:p>
        </p:txBody>
      </p:sp>
      <p:sp>
        <p:nvSpPr>
          <p:cNvPr id="5" name="Title 1"/>
          <p:cNvSpPr>
            <a:spLocks noGrp="1"/>
          </p:cNvSpPr>
          <p:nvPr>
            <p:ph type="title" hasCustomPrompt="1"/>
          </p:nvPr>
        </p:nvSpPr>
        <p:spPr>
          <a:xfrm>
            <a:off x="457201" y="205979"/>
            <a:ext cx="8229600" cy="857250"/>
          </a:xfrm>
          <a:prstGeom prst="rect">
            <a:avLst/>
          </a:prstGeom>
        </p:spPr>
        <p:txBody>
          <a:bodyPr lIns="0" tIns="0" rIns="0" bIns="0" anchor="t" anchorCtr="0">
            <a:noAutofit/>
          </a:bodyPr>
          <a:lstStyle>
            <a:lvl1pPr algn="l">
              <a:defRPr sz="2800" b="1" i="0" baseline="0">
                <a:solidFill>
                  <a:schemeClr val="accent4"/>
                </a:solidFill>
                <a:latin typeface="Artifakt ElementOfc"/>
                <a:cs typeface="Artifakt ElementOfc"/>
              </a:defRPr>
            </a:lvl1pPr>
          </a:lstStyle>
          <a:p>
            <a:r>
              <a:rPr lang="en-US"/>
              <a:t>Headers use the </a:t>
            </a:r>
            <a:r>
              <a:rPr lang="en-US" err="1"/>
              <a:t>Artifakt</a:t>
            </a:r>
            <a:r>
              <a:rPr lang="en-US"/>
              <a:t> </a:t>
            </a:r>
            <a:r>
              <a:rPr lang="en-US" err="1"/>
              <a:t>ElementOfc</a:t>
            </a:r>
            <a:r>
              <a:rPr lang="en-US"/>
              <a:t> typeface</a:t>
            </a: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1" y="4852210"/>
            <a:ext cx="8229600" cy="230546"/>
          </a:xfrm>
          <a:prstGeom prst="rect">
            <a:avLst/>
          </a:prstGeom>
        </p:spPr>
      </p:pic>
    </p:spTree>
    <p:extLst>
      <p:ext uri="{BB962C8B-B14F-4D97-AF65-F5344CB8AC3E}">
        <p14:creationId xmlns:p14="http://schemas.microsoft.com/office/powerpoint/2010/main" val="11706821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85750"/>
            <a:ext cx="8534400" cy="457200"/>
          </a:xfrm>
          <a:prstGeom prst="rect">
            <a:avLst/>
          </a:prstGeom>
        </p:spPr>
        <p:txBody>
          <a:bodyPr vert="horz" lIns="0" tIns="0" rIns="0" bIns="0" rtlCol="0" anchor="t">
            <a:noAutofit/>
          </a:bodyPr>
          <a:lstStyle/>
          <a:p>
            <a:r>
              <a:rPr lang="de-DE"/>
              <a:t>Titelmasterformat durch Klicken bearbeiten</a:t>
            </a:r>
            <a:endParaRPr lang="en-US"/>
          </a:p>
        </p:txBody>
      </p:sp>
      <p:sp>
        <p:nvSpPr>
          <p:cNvPr id="3" name="Text Placeholder 2"/>
          <p:cNvSpPr>
            <a:spLocks noGrp="1"/>
          </p:cNvSpPr>
          <p:nvPr>
            <p:ph type="body" idx="1"/>
          </p:nvPr>
        </p:nvSpPr>
        <p:spPr>
          <a:xfrm>
            <a:off x="304800" y="1123950"/>
            <a:ext cx="8534400" cy="38862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3082768"/>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0" r:id="rId3"/>
    <p:sldLayoutId id="2147483671" r:id="rId4"/>
    <p:sldLayoutId id="2147483662" r:id="rId5"/>
    <p:sldLayoutId id="2147483664" r:id="rId6"/>
    <p:sldLayoutId id="2147483672" r:id="rId7"/>
    <p:sldLayoutId id="2147483666" r:id="rId8"/>
    <p:sldLayoutId id="2147483673" r:id="rId9"/>
    <p:sldLayoutId id="2147483674" r:id="rId10"/>
    <p:sldLayoutId id="2147483667"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6858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230188" indent="-230188" algn="l" defTabSz="685800" rtl="0" eaLnBrk="1" latinLnBrk="0" hangingPunct="1">
        <a:lnSpc>
          <a:spcPct val="90000"/>
        </a:lnSpc>
        <a:spcBef>
          <a:spcPts val="1800"/>
        </a:spcBef>
        <a:buClr>
          <a:schemeClr val="tx2"/>
        </a:buClr>
        <a:buFont typeface="Wingdings" charset="2"/>
        <a:buChar char="§"/>
        <a:tabLst/>
        <a:defRPr sz="1600" kern="1200">
          <a:solidFill>
            <a:schemeClr val="tx1"/>
          </a:solidFill>
          <a:latin typeface="+mn-lt"/>
          <a:ea typeface="+mn-ea"/>
          <a:cs typeface="+mn-cs"/>
        </a:defRPr>
      </a:lvl1pPr>
      <a:lvl2pPr marL="576263" indent="-233363"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2pPr>
      <a:lvl3pPr marL="914400" indent="-228600"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3pPr>
      <a:lvl4pPr marL="1262063" indent="-233363"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4pPr>
      <a:lvl5pPr marL="1600200" indent="-228600" algn="l" defTabSz="685800" rtl="0" eaLnBrk="1" latinLnBrk="0" hangingPunct="1">
        <a:lnSpc>
          <a:spcPct val="90000"/>
        </a:lnSpc>
        <a:spcBef>
          <a:spcPts val="600"/>
        </a:spcBef>
        <a:buClr>
          <a:schemeClr val="tx2"/>
        </a:buClr>
        <a:buFont typeface="Wingdings" charset="2"/>
        <a:buChar char="§"/>
        <a:tabLst/>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8"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657349"/>
            <a:ext cx="5956663" cy="680902"/>
          </a:xfrm>
        </p:spPr>
        <p:txBody>
          <a:bodyPr/>
          <a:lstStyle/>
          <a:p>
            <a:r>
              <a:rPr lang="en-US" dirty="0"/>
              <a:t>DEXPI Instrumentation for Norwegian Continental Shelf (NCS) P&amp;IDs</a:t>
            </a:r>
          </a:p>
        </p:txBody>
      </p:sp>
      <p:sp>
        <p:nvSpPr>
          <p:cNvPr id="7" name="Text Placeholder 6"/>
          <p:cNvSpPr>
            <a:spLocks noGrp="1"/>
          </p:cNvSpPr>
          <p:nvPr>
            <p:ph type="body" sz="quarter" idx="10"/>
          </p:nvPr>
        </p:nvSpPr>
        <p:spPr>
          <a:xfrm>
            <a:off x="457200" y="3459606"/>
            <a:ext cx="4114800" cy="304800"/>
          </a:xfrm>
        </p:spPr>
        <p:txBody>
          <a:bodyPr/>
          <a:lstStyle/>
          <a:p>
            <a:r>
              <a:rPr lang="en-US" dirty="0"/>
              <a:t>2025-12-15 V1 Tonia Pedersen</a:t>
            </a:r>
          </a:p>
        </p:txBody>
      </p:sp>
    </p:spTree>
    <p:extLst>
      <p:ext uri="{BB962C8B-B14F-4D97-AF65-F5344CB8AC3E}">
        <p14:creationId xmlns:p14="http://schemas.microsoft.com/office/powerpoint/2010/main" val="14795109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C0513C-6788-B285-18CF-2889B3C609AC}"/>
              </a:ext>
            </a:extLst>
          </p:cNvPr>
          <p:cNvSpPr>
            <a:spLocks noGrp="1"/>
          </p:cNvSpPr>
          <p:nvPr>
            <p:ph type="title"/>
          </p:nvPr>
        </p:nvSpPr>
        <p:spPr/>
        <p:txBody>
          <a:bodyPr/>
          <a:lstStyle/>
          <a:p>
            <a:r>
              <a:rPr lang="en-US" dirty="0"/>
              <a:t>Motivation</a:t>
            </a:r>
          </a:p>
        </p:txBody>
      </p:sp>
      <p:sp>
        <p:nvSpPr>
          <p:cNvPr id="5" name="Inhaltsplatzhalter 2">
            <a:extLst>
              <a:ext uri="{FF2B5EF4-FFF2-40B4-BE49-F238E27FC236}">
                <a16:creationId xmlns:a16="http://schemas.microsoft.com/office/drawing/2014/main" id="{2785C376-4320-A6DF-7942-92D6933FA5A6}"/>
              </a:ext>
            </a:extLst>
          </p:cNvPr>
          <p:cNvSpPr>
            <a:spLocks noGrp="1"/>
          </p:cNvSpPr>
          <p:nvPr>
            <p:ph idx="1"/>
          </p:nvPr>
        </p:nvSpPr>
        <p:spPr>
          <a:xfrm>
            <a:off x="203637" y="909548"/>
            <a:ext cx="8435613" cy="4026626"/>
          </a:xfrm>
        </p:spPr>
        <p:txBody>
          <a:bodyPr/>
          <a:lstStyle/>
          <a:p>
            <a:pPr marL="0" indent="0">
              <a:buNone/>
            </a:pPr>
            <a:r>
              <a:rPr lang="en-US" sz="1400" dirty="0"/>
              <a:t>The current Instrumentation model has been defined based on IEC62424 whereby Process Control Engineering requests are represented on the P&amp;ID as functional requirements (roles) and not the assembly of the equipment.</a:t>
            </a:r>
          </a:p>
          <a:p>
            <a:pPr marL="0" indent="0">
              <a:buNone/>
            </a:pPr>
            <a:r>
              <a:rPr lang="en-US" sz="1400" dirty="0"/>
              <a:t>This is consistent with an approach </a:t>
            </a:r>
            <a:r>
              <a:rPr lang="en-GB" sz="1400" dirty="0"/>
              <a:t>of a functional / package requirement P&amp;ID style: you can specify </a:t>
            </a:r>
            <a:r>
              <a:rPr lang="en-GB" sz="1400" i="1" dirty="0"/>
              <a:t>performance and constraints</a:t>
            </a:r>
            <a:r>
              <a:rPr lang="en-GB" sz="1400" dirty="0"/>
              <a:t> without committing to a very granular object model for every component and connection.</a:t>
            </a:r>
          </a:p>
          <a:p>
            <a:pPr marL="0" indent="0">
              <a:buNone/>
            </a:pPr>
            <a:endParaRPr lang="en-GB" sz="1400" dirty="0"/>
          </a:p>
          <a:p>
            <a:pPr marL="0" indent="0">
              <a:buNone/>
            </a:pPr>
            <a:r>
              <a:rPr lang="en-GB" sz="1400" dirty="0"/>
              <a:t>Norwegian P&amp;ID approach expects a more equipment-level and connection-precise representation where representation and validation depends on:</a:t>
            </a:r>
          </a:p>
          <a:p>
            <a:r>
              <a:rPr lang="en-GB" sz="1400" dirty="0"/>
              <a:t>having explicit components</a:t>
            </a:r>
          </a:p>
          <a:p>
            <a:r>
              <a:rPr lang="en-GB" sz="1400" dirty="0"/>
              <a:t>explicit connectivity</a:t>
            </a:r>
          </a:p>
          <a:p>
            <a:r>
              <a:rPr lang="en-GB" sz="1400" dirty="0"/>
              <a:t>explicit signal/actuation relationships</a:t>
            </a:r>
          </a:p>
          <a:p>
            <a:endParaRPr lang="en-GB" sz="1400" dirty="0"/>
          </a:p>
          <a:p>
            <a:pPr marL="0" indent="0" algn="ctr">
              <a:buNone/>
            </a:pPr>
            <a:r>
              <a:rPr lang="en-GB" sz="1100" i="1" dirty="0"/>
              <a:t>The P&amp;IDs shall represent the basis for plant construction. Together with system descriptions and</a:t>
            </a:r>
          </a:p>
          <a:p>
            <a:pPr marL="0" indent="0" algn="ctr">
              <a:buNone/>
            </a:pPr>
            <a:r>
              <a:rPr lang="en-GB" sz="1100" i="1" dirty="0"/>
              <a:t>system control diagrams (SCD), the P&amp;IDs shall show means by which the plant is started up, operated,</a:t>
            </a:r>
          </a:p>
          <a:p>
            <a:pPr marL="0" indent="0" algn="ctr">
              <a:buNone/>
            </a:pPr>
            <a:r>
              <a:rPr lang="en-GB" sz="1100" i="1" dirty="0"/>
              <a:t>controlled, safeguarded, shut down, depressurised and prepared for maintenance. The P&amp;IDs shall show</a:t>
            </a:r>
          </a:p>
          <a:p>
            <a:pPr marL="0" indent="0" algn="ctr">
              <a:buNone/>
            </a:pPr>
            <a:r>
              <a:rPr lang="en-GB" sz="1100" i="1" dirty="0"/>
              <a:t>control and shutdown inputs and outputs to the SAS system. The control and shutdown functions are further</a:t>
            </a:r>
          </a:p>
          <a:p>
            <a:pPr marL="0" indent="0" algn="ctr">
              <a:buNone/>
            </a:pPr>
            <a:r>
              <a:rPr lang="en-GB" sz="1100" i="1" dirty="0"/>
              <a:t>described in the system control diagrams (SCD). *</a:t>
            </a:r>
            <a:r>
              <a:rPr lang="en-GB" sz="800" i="1" dirty="0"/>
              <a:t>Ref: Equinor TR2339</a:t>
            </a:r>
          </a:p>
          <a:p>
            <a:endParaRPr lang="en-GB" sz="1400" dirty="0"/>
          </a:p>
          <a:p>
            <a:pPr marL="0" indent="0">
              <a:buNone/>
            </a:pPr>
            <a:r>
              <a:rPr lang="en-GB" sz="1400" dirty="0"/>
              <a:t>Endeavouring to use the DEXPI instrumentation model for this level of detail results in:</a:t>
            </a:r>
          </a:p>
          <a:p>
            <a:r>
              <a:rPr lang="en-GB" sz="1400" dirty="0"/>
              <a:t>Inability to represent the level of required detail without awkward workarounds </a:t>
            </a:r>
          </a:p>
          <a:p>
            <a:r>
              <a:rPr lang="en-GB" sz="1400" dirty="0"/>
              <a:t>Possible use of DEXPI representation but loss of exchange consistency across vendors due to inconsistent workarounds</a:t>
            </a:r>
          </a:p>
          <a:p>
            <a:pPr marL="0" indent="0">
              <a:buNone/>
            </a:pPr>
            <a:endParaRPr lang="en-US" sz="1400" dirty="0"/>
          </a:p>
        </p:txBody>
      </p:sp>
    </p:spTree>
    <p:extLst>
      <p:ext uri="{BB962C8B-B14F-4D97-AF65-F5344CB8AC3E}">
        <p14:creationId xmlns:p14="http://schemas.microsoft.com/office/powerpoint/2010/main" val="22318423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7214D-1217-E333-284C-9828EFB4A15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2950122-C8AE-45E1-A62C-738F7C142F7F}"/>
              </a:ext>
            </a:extLst>
          </p:cNvPr>
          <p:cNvSpPr>
            <a:spLocks noGrp="1"/>
          </p:cNvSpPr>
          <p:nvPr>
            <p:ph type="title"/>
          </p:nvPr>
        </p:nvSpPr>
        <p:spPr/>
        <p:txBody>
          <a:bodyPr/>
          <a:lstStyle/>
          <a:p>
            <a:r>
              <a:rPr lang="en-US" dirty="0"/>
              <a:t>Motivation</a:t>
            </a:r>
          </a:p>
        </p:txBody>
      </p:sp>
      <p:sp>
        <p:nvSpPr>
          <p:cNvPr id="5" name="Inhaltsplatzhalter 2">
            <a:extLst>
              <a:ext uri="{FF2B5EF4-FFF2-40B4-BE49-F238E27FC236}">
                <a16:creationId xmlns:a16="http://schemas.microsoft.com/office/drawing/2014/main" id="{1B165048-BCA7-3070-B7C4-3EDD56F4929B}"/>
              </a:ext>
            </a:extLst>
          </p:cNvPr>
          <p:cNvSpPr>
            <a:spLocks noGrp="1"/>
          </p:cNvSpPr>
          <p:nvPr>
            <p:ph idx="1"/>
          </p:nvPr>
        </p:nvSpPr>
        <p:spPr>
          <a:xfrm>
            <a:off x="203638" y="909548"/>
            <a:ext cx="8522351" cy="671058"/>
          </a:xfrm>
        </p:spPr>
        <p:txBody>
          <a:bodyPr/>
          <a:lstStyle/>
          <a:p>
            <a:pPr marL="0" indent="0">
              <a:buNone/>
            </a:pPr>
            <a:r>
              <a:rPr lang="en-US" dirty="0"/>
              <a:t>Within the DISC DEXPI project a ‘simplified’ Instrumentation model has been used as a workaround to describe the level of detail for process control engineering shown on the Norwegian Continental Shelf (NCS) standard P&amp;IDs. </a:t>
            </a:r>
          </a:p>
          <a:p>
            <a:pPr marL="0" indent="0">
              <a:buNone/>
            </a:pPr>
            <a:endParaRPr lang="en-US" sz="1400" dirty="0"/>
          </a:p>
        </p:txBody>
      </p:sp>
      <p:pic>
        <p:nvPicPr>
          <p:cNvPr id="3" name="Picture 2">
            <a:extLst>
              <a:ext uri="{FF2B5EF4-FFF2-40B4-BE49-F238E27FC236}">
                <a16:creationId xmlns:a16="http://schemas.microsoft.com/office/drawing/2014/main" id="{00747C59-7F02-E6E6-A708-F29CCBF52B54}"/>
              </a:ext>
            </a:extLst>
          </p:cNvPr>
          <p:cNvPicPr>
            <a:picLocks noChangeAspect="1"/>
          </p:cNvPicPr>
          <p:nvPr/>
        </p:nvPicPr>
        <p:blipFill>
          <a:blip r:embed="rId2"/>
          <a:stretch>
            <a:fillRect/>
          </a:stretch>
        </p:blipFill>
        <p:spPr>
          <a:xfrm>
            <a:off x="5619677" y="2480310"/>
            <a:ext cx="3261901" cy="2286000"/>
          </a:xfrm>
          <a:prstGeom prst="rect">
            <a:avLst/>
          </a:prstGeom>
          <a:ln>
            <a:solidFill>
              <a:schemeClr val="tx1"/>
            </a:solidFill>
          </a:ln>
        </p:spPr>
      </p:pic>
      <p:sp>
        <p:nvSpPr>
          <p:cNvPr id="7" name="TextBox 6">
            <a:extLst>
              <a:ext uri="{FF2B5EF4-FFF2-40B4-BE49-F238E27FC236}">
                <a16:creationId xmlns:a16="http://schemas.microsoft.com/office/drawing/2014/main" id="{63B4AF45-03E2-CF82-7B93-2F860D5C3CB1}"/>
              </a:ext>
            </a:extLst>
          </p:cNvPr>
          <p:cNvSpPr txBox="1"/>
          <p:nvPr/>
        </p:nvSpPr>
        <p:spPr>
          <a:xfrm>
            <a:off x="139487" y="1652451"/>
            <a:ext cx="5327317" cy="3046988"/>
          </a:xfrm>
          <a:prstGeom prst="rect">
            <a:avLst/>
          </a:prstGeom>
          <a:noFill/>
        </p:spPr>
        <p:txBody>
          <a:bodyPr wrap="square">
            <a:spAutoFit/>
          </a:bodyPr>
          <a:lstStyle/>
          <a:p>
            <a:pPr marL="0" indent="0">
              <a:buNone/>
            </a:pPr>
            <a:r>
              <a:rPr lang="en-GB" sz="1600" dirty="0"/>
              <a:t>This “simplified” model “overloads” the ProcessInstrumentationFunction class element as a pragmatic approach while still providing a DEXPI-compliant file. The approach is considered pragmatic because the rules required to generate this simplified model can be directly applied to the configuration used by CAD vendors for file export, without introducing unnecessary complexity or overly burdensome implementation requirements.</a:t>
            </a:r>
          </a:p>
          <a:p>
            <a:pPr marL="0" indent="0">
              <a:buNone/>
            </a:pPr>
            <a:endParaRPr lang="en-US" sz="1600" dirty="0"/>
          </a:p>
          <a:p>
            <a:pPr marL="0" indent="0">
              <a:buNone/>
            </a:pPr>
            <a:r>
              <a:rPr lang="en-US" sz="1600" dirty="0"/>
              <a:t>This is a </a:t>
            </a:r>
            <a:r>
              <a:rPr lang="en-US" sz="1600" u="sng" dirty="0"/>
              <a:t>workaround</a:t>
            </a:r>
            <a:r>
              <a:rPr lang="en-US" sz="1600" dirty="0"/>
              <a:t> and requires the use of ‘custom’ attributes to identify types of process control engineering elements.</a:t>
            </a:r>
          </a:p>
        </p:txBody>
      </p:sp>
    </p:spTree>
    <p:extLst>
      <p:ext uri="{BB962C8B-B14F-4D97-AF65-F5344CB8AC3E}">
        <p14:creationId xmlns:p14="http://schemas.microsoft.com/office/powerpoint/2010/main" val="40406144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C0513C-6788-B285-18CF-2889B3C609AC}"/>
              </a:ext>
            </a:extLst>
          </p:cNvPr>
          <p:cNvSpPr>
            <a:spLocks noGrp="1"/>
          </p:cNvSpPr>
          <p:nvPr>
            <p:ph type="title"/>
          </p:nvPr>
        </p:nvSpPr>
        <p:spPr/>
        <p:txBody>
          <a:bodyPr/>
          <a:lstStyle/>
          <a:p>
            <a:r>
              <a:rPr lang="en-US" dirty="0"/>
              <a:t>Motivation</a:t>
            </a:r>
          </a:p>
        </p:txBody>
      </p:sp>
      <p:sp>
        <p:nvSpPr>
          <p:cNvPr id="5" name="Inhaltsplatzhalter 2">
            <a:extLst>
              <a:ext uri="{FF2B5EF4-FFF2-40B4-BE49-F238E27FC236}">
                <a16:creationId xmlns:a16="http://schemas.microsoft.com/office/drawing/2014/main" id="{2785C376-4320-A6DF-7942-92D6933FA5A6}"/>
              </a:ext>
            </a:extLst>
          </p:cNvPr>
          <p:cNvSpPr>
            <a:spLocks noGrp="1"/>
          </p:cNvSpPr>
          <p:nvPr>
            <p:ph idx="1"/>
          </p:nvPr>
        </p:nvSpPr>
        <p:spPr>
          <a:xfrm>
            <a:off x="203637" y="839878"/>
            <a:ext cx="4820262" cy="3948202"/>
          </a:xfrm>
        </p:spPr>
        <p:txBody>
          <a:bodyPr/>
          <a:lstStyle/>
          <a:p>
            <a:pPr marL="0" indent="0">
              <a:buNone/>
            </a:pPr>
            <a:r>
              <a:rPr lang="en-US" sz="1800" dirty="0"/>
              <a:t>Specific pain points related to this issue:</a:t>
            </a:r>
          </a:p>
          <a:p>
            <a:pPr marL="0" indent="0">
              <a:buNone/>
            </a:pPr>
            <a:endParaRPr lang="en-US" sz="1800" dirty="0"/>
          </a:p>
          <a:p>
            <a:r>
              <a:rPr lang="en-US" dirty="0"/>
              <a:t>‘Signal’ line modelling:</a:t>
            </a:r>
          </a:p>
          <a:p>
            <a:pPr lvl="1"/>
            <a:r>
              <a:rPr lang="en-US" dirty="0"/>
              <a:t>Master/slave transmitter information flow</a:t>
            </a:r>
          </a:p>
          <a:p>
            <a:pPr lvl="1"/>
            <a:r>
              <a:rPr lang="en-US" dirty="0"/>
              <a:t>Measuring element to transmitter information flow</a:t>
            </a:r>
          </a:p>
          <a:p>
            <a:pPr lvl="1"/>
            <a:r>
              <a:rPr lang="en-US" dirty="0"/>
              <a:t>Multiple sensing locations for differential measurement</a:t>
            </a:r>
          </a:p>
          <a:p>
            <a:pPr lvl="1"/>
            <a:r>
              <a:rPr lang="en-US" dirty="0"/>
              <a:t>Electrical controller to electronic frequency converter (MCC -&gt; VSD) information flow</a:t>
            </a:r>
          </a:p>
          <a:p>
            <a:pPr lvl="1"/>
            <a:r>
              <a:rPr lang="en-US" dirty="0"/>
              <a:t>Discrete source/target information for sensing location</a:t>
            </a:r>
          </a:p>
          <a:p>
            <a:pPr lvl="1"/>
            <a:r>
              <a:rPr lang="en-US" dirty="0"/>
              <a:t>Discrete source/target information for actuating electrical location</a:t>
            </a:r>
          </a:p>
          <a:p>
            <a:pPr lvl="1"/>
            <a:endParaRPr lang="en-US" dirty="0"/>
          </a:p>
          <a:p>
            <a:endParaRPr lang="en-US" dirty="0"/>
          </a:p>
          <a:p>
            <a:pPr marL="0" indent="0">
              <a:buNone/>
            </a:pPr>
            <a:endParaRPr lang="en-US" dirty="0"/>
          </a:p>
          <a:p>
            <a:pPr marL="0" indent="0">
              <a:buNone/>
            </a:pPr>
            <a:endParaRPr lang="en-US" dirty="0"/>
          </a:p>
        </p:txBody>
      </p:sp>
      <p:pic>
        <p:nvPicPr>
          <p:cNvPr id="4" name="Picture 3" descr="A diagram of a circuit&#10;&#10;AI-generated content may be incorrect.">
            <a:extLst>
              <a:ext uri="{FF2B5EF4-FFF2-40B4-BE49-F238E27FC236}">
                <a16:creationId xmlns:a16="http://schemas.microsoft.com/office/drawing/2014/main" id="{27F9A1C9-5387-8AAB-A6CE-BB5AF094002C}"/>
              </a:ext>
            </a:extLst>
          </p:cNvPr>
          <p:cNvPicPr>
            <a:picLocks noChangeAspect="1"/>
          </p:cNvPicPr>
          <p:nvPr/>
        </p:nvPicPr>
        <p:blipFill>
          <a:blip r:embed="rId2"/>
          <a:stretch>
            <a:fillRect/>
          </a:stretch>
        </p:blipFill>
        <p:spPr>
          <a:xfrm>
            <a:off x="7477192" y="999719"/>
            <a:ext cx="1266360" cy="1151929"/>
          </a:xfrm>
          <a:prstGeom prst="rect">
            <a:avLst/>
          </a:prstGeom>
        </p:spPr>
      </p:pic>
      <p:pic>
        <p:nvPicPr>
          <p:cNvPr id="8" name="Picture 7" descr="A diagram of a basketball court&#10;&#10;AI-generated content may be incorrect.">
            <a:extLst>
              <a:ext uri="{FF2B5EF4-FFF2-40B4-BE49-F238E27FC236}">
                <a16:creationId xmlns:a16="http://schemas.microsoft.com/office/drawing/2014/main" id="{07F65344-677E-57E6-819A-6B8D6C7FA71C}"/>
              </a:ext>
            </a:extLst>
          </p:cNvPr>
          <p:cNvPicPr>
            <a:picLocks noChangeAspect="1"/>
          </p:cNvPicPr>
          <p:nvPr/>
        </p:nvPicPr>
        <p:blipFill>
          <a:blip r:embed="rId3"/>
          <a:stretch>
            <a:fillRect/>
          </a:stretch>
        </p:blipFill>
        <p:spPr>
          <a:xfrm>
            <a:off x="4884346" y="3499481"/>
            <a:ext cx="4056017" cy="1288599"/>
          </a:xfrm>
          <a:prstGeom prst="rect">
            <a:avLst/>
          </a:prstGeom>
        </p:spPr>
      </p:pic>
      <p:pic>
        <p:nvPicPr>
          <p:cNvPr id="10" name="Picture 9" descr="A diagram of a diagram&#10;&#10;AI-generated content may be incorrect.">
            <a:extLst>
              <a:ext uri="{FF2B5EF4-FFF2-40B4-BE49-F238E27FC236}">
                <a16:creationId xmlns:a16="http://schemas.microsoft.com/office/drawing/2014/main" id="{75ADBCEB-4DE9-76F1-A6A6-6EBB0C51A14B}"/>
              </a:ext>
            </a:extLst>
          </p:cNvPr>
          <p:cNvPicPr>
            <a:picLocks noChangeAspect="1"/>
          </p:cNvPicPr>
          <p:nvPr/>
        </p:nvPicPr>
        <p:blipFill>
          <a:blip r:embed="rId4"/>
          <a:stretch>
            <a:fillRect/>
          </a:stretch>
        </p:blipFill>
        <p:spPr>
          <a:xfrm>
            <a:off x="7477192" y="2330922"/>
            <a:ext cx="1187556" cy="967449"/>
          </a:xfrm>
          <a:prstGeom prst="rect">
            <a:avLst/>
          </a:prstGeom>
        </p:spPr>
      </p:pic>
      <p:pic>
        <p:nvPicPr>
          <p:cNvPr id="12" name="Picture 11" descr="A diagram of a machine&#10;&#10;AI-generated content may be incorrect.">
            <a:extLst>
              <a:ext uri="{FF2B5EF4-FFF2-40B4-BE49-F238E27FC236}">
                <a16:creationId xmlns:a16="http://schemas.microsoft.com/office/drawing/2014/main" id="{17EE033F-7E4C-6185-4674-18CC6E854D57}"/>
              </a:ext>
            </a:extLst>
          </p:cNvPr>
          <p:cNvPicPr>
            <a:picLocks noChangeAspect="1"/>
          </p:cNvPicPr>
          <p:nvPr/>
        </p:nvPicPr>
        <p:blipFill>
          <a:blip r:embed="rId5"/>
          <a:stretch>
            <a:fillRect/>
          </a:stretch>
        </p:blipFill>
        <p:spPr>
          <a:xfrm>
            <a:off x="5315515" y="1049719"/>
            <a:ext cx="1726421" cy="1956044"/>
          </a:xfrm>
          <a:prstGeom prst="rect">
            <a:avLst/>
          </a:prstGeom>
        </p:spPr>
      </p:pic>
    </p:spTree>
    <p:extLst>
      <p:ext uri="{BB962C8B-B14F-4D97-AF65-F5344CB8AC3E}">
        <p14:creationId xmlns:p14="http://schemas.microsoft.com/office/powerpoint/2010/main" val="10080665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_BASF_CONVERTED_TO_TAGS" val="1"/>
</p:tagLst>
</file>

<file path=ppt/theme/theme1.xml><?xml version="1.0" encoding="utf-8"?>
<a:theme xmlns:a="http://schemas.openxmlformats.org/drawingml/2006/main" name="Office Theme">
  <a:themeElements>
    <a:clrScheme name="Custom 89">
      <a:dk1>
        <a:srgbClr val="3C3C3C"/>
      </a:dk1>
      <a:lt1>
        <a:srgbClr val="FFFFFF"/>
      </a:lt1>
      <a:dk2>
        <a:srgbClr val="0696D7"/>
      </a:dk2>
      <a:lt2>
        <a:srgbClr val="FFFFFF"/>
      </a:lt2>
      <a:accent1>
        <a:srgbClr val="0595D6"/>
      </a:accent1>
      <a:accent2>
        <a:srgbClr val="87BC40"/>
      </a:accent2>
      <a:accent3>
        <a:srgbClr val="32BCAD"/>
      </a:accent3>
      <a:accent4>
        <a:srgbClr val="1858A8"/>
      </a:accent4>
      <a:accent5>
        <a:srgbClr val="FAA21B"/>
      </a:accent5>
      <a:accent6>
        <a:srgbClr val="DD2222"/>
      </a:accent6>
      <a:hlink>
        <a:srgbClr val="0595D6"/>
      </a:hlink>
      <a:folHlink>
        <a:srgbClr val="666666"/>
      </a:folHlink>
    </a:clrScheme>
    <a:fontScheme name="Autodesk Artifakt 2018">
      <a:majorFont>
        <a:latin typeface="Artifakt LegendOfc"/>
        <a:ea typeface=""/>
        <a:cs typeface=""/>
      </a:majorFont>
      <a:minorFont>
        <a:latin typeface="Artifakt ElementOfc"/>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nSpc>
            <a:spcPct val="90000"/>
          </a:lnSpc>
          <a:defRPr sz="1600"/>
        </a:defPPr>
      </a:lstStyle>
    </a:txDef>
  </a:objectDefaults>
  <a:extraClrSchemeLst/>
  <a:extLst>
    <a:ext uri="{05A4C25C-085E-4340-85A3-A5531E510DB2}">
      <thm15:themeFamily xmlns:thm15="http://schemas.microsoft.com/office/thememl/2012/main" name="DEXPI_Marketing_PPT_Template.pptx" id="{FB5682A9-E0A8-4386-AC74-429128522CC6}" vid="{E0819F48-55D2-4483-89D1-9B786FC3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DEXPI_Marketing_PPT_Template</Template>
  <TotalTime>2121</TotalTime>
  <Words>441</Words>
  <Application>Microsoft Office PowerPoint</Application>
  <PresentationFormat>On-screen Show (16:9)</PresentationFormat>
  <Paragraphs>37</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Artifakt ElementOfc</vt:lpstr>
      <vt:lpstr>Artifakt LegendOfc</vt:lpstr>
      <vt:lpstr>Wingdings</vt:lpstr>
      <vt:lpstr>Office Theme</vt:lpstr>
      <vt:lpstr>DEXPI Instrumentation for Norwegian Continental Shelf (NCS) P&amp;IDs</vt:lpstr>
      <vt:lpstr>Motivation</vt:lpstr>
      <vt:lpstr>Motivation</vt:lpstr>
      <vt:lpstr>Motivation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Tonia Pedersen</dc:creator>
  <cp:lastModifiedBy>Tonia Pedersen</cp:lastModifiedBy>
  <cp:revision>18</cp:revision>
  <dcterms:created xsi:type="dcterms:W3CDTF">2020-12-01T11:28:56Z</dcterms:created>
  <dcterms:modified xsi:type="dcterms:W3CDTF">2025-12-18T09:29:36Z</dcterms:modified>
  <cp:contentStatus/>
</cp:coreProperties>
</file>