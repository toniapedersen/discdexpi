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8" r:id="rId2"/>
    <p:sldId id="383" r:id="rId3"/>
    <p:sldId id="387" r:id="rId4"/>
    <p:sldId id="386" r:id="rId5"/>
  </p:sldIdLst>
  <p:sldSz cx="9144000" cy="5143500" type="screen16x9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C992B-EC4A-4F0D-9285-421CC8879411}" v="2" dt="2025-08-18T10:02:15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41" d="100"/>
          <a:sy n="141" d="100"/>
        </p:scale>
        <p:origin x="64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ia Pedersen" userId="90b35334-d922-4736-a054-f475bb830731" providerId="ADAL" clId="{671E7AB3-313B-45D1-B914-69D05E674086}"/>
    <pc:docChg chg="custSel modSld">
      <pc:chgData name="Tonia Pedersen" userId="90b35334-d922-4736-a054-f475bb830731" providerId="ADAL" clId="{671E7AB3-313B-45D1-B914-69D05E674086}" dt="2025-07-23T12:39:25.310" v="454" actId="478"/>
      <pc:docMkLst>
        <pc:docMk/>
      </pc:docMkLst>
      <pc:sldChg chg="modSp mod">
        <pc:chgData name="Tonia Pedersen" userId="90b35334-d922-4736-a054-f475bb830731" providerId="ADAL" clId="{671E7AB3-313B-45D1-B914-69D05E674086}" dt="2025-07-01T16:17:15.291" v="453" actId="20577"/>
        <pc:sldMkLst>
          <pc:docMk/>
          <pc:sldMk cId="1479510986" sldId="278"/>
        </pc:sldMkLst>
      </pc:sldChg>
      <pc:sldChg chg="addSp delSp modSp mod">
        <pc:chgData name="Tonia Pedersen" userId="90b35334-d922-4736-a054-f475bb830731" providerId="ADAL" clId="{671E7AB3-313B-45D1-B914-69D05E674086}" dt="2025-07-01T11:37:12.215" v="352" actId="20577"/>
        <pc:sldMkLst>
          <pc:docMk/>
          <pc:sldMk cId="2231842345" sldId="383"/>
        </pc:sldMkLst>
      </pc:sldChg>
      <pc:sldChg chg="addSp delSp modSp mod">
        <pc:chgData name="Tonia Pedersen" userId="90b35334-d922-4736-a054-f475bb830731" providerId="ADAL" clId="{671E7AB3-313B-45D1-B914-69D05E674086}" dt="2025-07-01T11:37:40.265" v="401" actId="6549"/>
        <pc:sldMkLst>
          <pc:docMk/>
          <pc:sldMk cId="536095974" sldId="384"/>
        </pc:sldMkLst>
      </pc:sldChg>
      <pc:sldChg chg="addSp delSp modSp mod">
        <pc:chgData name="Tonia Pedersen" userId="90b35334-d922-4736-a054-f475bb830731" providerId="ADAL" clId="{671E7AB3-313B-45D1-B914-69D05E674086}" dt="2025-07-23T12:39:25.310" v="454" actId="478"/>
        <pc:sldMkLst>
          <pc:docMk/>
          <pc:sldMk cId="986382170" sldId="385"/>
        </pc:sldMkLst>
      </pc:sldChg>
      <pc:sldChg chg="modSp mod">
        <pc:chgData name="Tonia Pedersen" userId="90b35334-d922-4736-a054-f475bb830731" providerId="ADAL" clId="{671E7AB3-313B-45D1-B914-69D05E674086}" dt="2025-07-01T16:16:48.358" v="413" actId="6549"/>
        <pc:sldMkLst>
          <pc:docMk/>
          <pc:sldMk cId="365156771" sldId="386"/>
        </pc:sldMkLst>
      </pc:sldChg>
      <pc:sldChg chg="delSp modSp mod">
        <pc:chgData name="Tonia Pedersen" userId="90b35334-d922-4736-a054-f475bb830731" providerId="ADAL" clId="{671E7AB3-313B-45D1-B914-69D05E674086}" dt="2025-07-01T16:16:42.111" v="412" actId="478"/>
        <pc:sldMkLst>
          <pc:docMk/>
          <pc:sldMk cId="1284707976" sldId="387"/>
        </pc:sldMkLst>
      </pc:sldChg>
    </pc:docChg>
  </pc:docChgLst>
  <pc:docChgLst>
    <pc:chgData name="Tonia Pedersen" userId="90b35334-d922-4736-a054-f475bb830731" providerId="ADAL" clId="{2B9D6AE0-0F6E-40F1-81E3-5EB61C1DFBF5}"/>
    <pc:docChg chg="undo custSel modSld">
      <pc:chgData name="Tonia Pedersen" userId="90b35334-d922-4736-a054-f475bb830731" providerId="ADAL" clId="{2B9D6AE0-0F6E-40F1-81E3-5EB61C1DFBF5}" dt="2025-08-13T11:31:04.033" v="406" actId="6549"/>
      <pc:docMkLst>
        <pc:docMk/>
      </pc:docMkLst>
      <pc:sldChg chg="modSp mod">
        <pc:chgData name="Tonia Pedersen" userId="90b35334-d922-4736-a054-f475bb830731" providerId="ADAL" clId="{2B9D6AE0-0F6E-40F1-81E3-5EB61C1DFBF5}" dt="2025-08-13T11:29:29.463" v="390" actId="20577"/>
        <pc:sldMkLst>
          <pc:docMk/>
          <pc:sldMk cId="1479510986" sldId="278"/>
        </pc:sldMkLst>
        <pc:spChg chg="mod">
          <ac:chgData name="Tonia Pedersen" userId="90b35334-d922-4736-a054-f475bb830731" providerId="ADAL" clId="{2B9D6AE0-0F6E-40F1-81E3-5EB61C1DFBF5}" dt="2025-08-13T11:29:29.463" v="390" actId="20577"/>
          <ac:spMkLst>
            <pc:docMk/>
            <pc:sldMk cId="1479510986" sldId="278"/>
            <ac:spMk id="2" creationId="{00000000-0000-0000-0000-000000000000}"/>
          </ac:spMkLst>
        </pc:spChg>
        <pc:spChg chg="mod">
          <ac:chgData name="Tonia Pedersen" userId="90b35334-d922-4736-a054-f475bb830731" providerId="ADAL" clId="{2B9D6AE0-0F6E-40F1-81E3-5EB61C1DFBF5}" dt="2025-08-13T09:05:26.925" v="292" actId="20577"/>
          <ac:spMkLst>
            <pc:docMk/>
            <pc:sldMk cId="1479510986" sldId="278"/>
            <ac:spMk id="7" creationId="{00000000-0000-0000-0000-000000000000}"/>
          </ac:spMkLst>
        </pc:spChg>
      </pc:sldChg>
      <pc:sldChg chg="addSp delSp modSp mod">
        <pc:chgData name="Tonia Pedersen" userId="90b35334-d922-4736-a054-f475bb830731" providerId="ADAL" clId="{2B9D6AE0-0F6E-40F1-81E3-5EB61C1DFBF5}" dt="2025-08-13T11:31:04.033" v="406" actId="6549"/>
        <pc:sldMkLst>
          <pc:docMk/>
          <pc:sldMk cId="2231842345" sldId="383"/>
        </pc:sldMkLst>
        <pc:spChg chg="mod">
          <ac:chgData name="Tonia Pedersen" userId="90b35334-d922-4736-a054-f475bb830731" providerId="ADAL" clId="{2B9D6AE0-0F6E-40F1-81E3-5EB61C1DFBF5}" dt="2025-08-13T11:31:04.033" v="406" actId="6549"/>
          <ac:spMkLst>
            <pc:docMk/>
            <pc:sldMk cId="2231842345" sldId="383"/>
            <ac:spMk id="3" creationId="{2D36A024-B71F-2A8A-FFA2-789D9D8EA9DB}"/>
          </ac:spMkLst>
        </pc:spChg>
        <pc:spChg chg="mod">
          <ac:chgData name="Tonia Pedersen" userId="90b35334-d922-4736-a054-f475bb830731" providerId="ADAL" clId="{2B9D6AE0-0F6E-40F1-81E3-5EB61C1DFBF5}" dt="2025-08-13T11:29:50.454" v="405" actId="20577"/>
          <ac:spMkLst>
            <pc:docMk/>
            <pc:sldMk cId="2231842345" sldId="383"/>
            <ac:spMk id="5" creationId="{2785C376-4320-A6DF-7942-92D6933FA5A6}"/>
          </ac:spMkLst>
        </pc:spChg>
        <pc:spChg chg="mod">
          <ac:chgData name="Tonia Pedersen" userId="90b35334-d922-4736-a054-f475bb830731" providerId="ADAL" clId="{2B9D6AE0-0F6E-40F1-81E3-5EB61C1DFBF5}" dt="2025-08-08T13:35:30.588" v="79" actId="20577"/>
          <ac:spMkLst>
            <pc:docMk/>
            <pc:sldMk cId="2231842345" sldId="383"/>
            <ac:spMk id="7" creationId="{61A3B9D7-D905-62DE-BEF1-0519FC4841D1}"/>
          </ac:spMkLst>
        </pc:spChg>
        <pc:spChg chg="mod">
          <ac:chgData name="Tonia Pedersen" userId="90b35334-d922-4736-a054-f475bb830731" providerId="ADAL" clId="{2B9D6AE0-0F6E-40F1-81E3-5EB61C1DFBF5}" dt="2025-08-08T09:51:54.491" v="21" actId="14100"/>
          <ac:spMkLst>
            <pc:docMk/>
            <pc:sldMk cId="2231842345" sldId="383"/>
            <ac:spMk id="8" creationId="{0C6AA2B1-B22B-5297-85C0-1655250DC120}"/>
          </ac:spMkLst>
        </pc:spChg>
        <pc:picChg chg="add mod">
          <ac:chgData name="Tonia Pedersen" userId="90b35334-d922-4736-a054-f475bb830731" providerId="ADAL" clId="{2B9D6AE0-0F6E-40F1-81E3-5EB61C1DFBF5}" dt="2025-08-08T09:57:44.621" v="40" actId="1076"/>
          <ac:picMkLst>
            <pc:docMk/>
            <pc:sldMk cId="2231842345" sldId="383"/>
            <ac:picMk id="9" creationId="{D35907A3-0179-C910-587A-8A73A8CDAA84}"/>
          </ac:picMkLst>
        </pc:picChg>
        <pc:picChg chg="add mod">
          <ac:chgData name="Tonia Pedersen" userId="90b35334-d922-4736-a054-f475bb830731" providerId="ADAL" clId="{2B9D6AE0-0F6E-40F1-81E3-5EB61C1DFBF5}" dt="2025-08-13T11:28:20.186" v="366" actId="1076"/>
          <ac:picMkLst>
            <pc:docMk/>
            <pc:sldMk cId="2231842345" sldId="383"/>
            <ac:picMk id="12" creationId="{39F03A69-BED3-273D-E27E-B003BE9C099A}"/>
          </ac:picMkLst>
        </pc:picChg>
      </pc:sldChg>
      <pc:sldChg chg="addSp delSp modSp mod">
        <pc:chgData name="Tonia Pedersen" userId="90b35334-d922-4736-a054-f475bb830731" providerId="ADAL" clId="{2B9D6AE0-0F6E-40F1-81E3-5EB61C1DFBF5}" dt="2025-08-13T11:27:38.915" v="362" actId="20577"/>
        <pc:sldMkLst>
          <pc:docMk/>
          <pc:sldMk cId="536095974" sldId="384"/>
        </pc:sldMkLst>
        <pc:spChg chg="mod ord">
          <ac:chgData name="Tonia Pedersen" userId="90b35334-d922-4736-a054-f475bb830731" providerId="ADAL" clId="{2B9D6AE0-0F6E-40F1-81E3-5EB61C1DFBF5}" dt="2025-08-13T11:27:38.915" v="362" actId="20577"/>
          <ac:spMkLst>
            <pc:docMk/>
            <pc:sldMk cId="536095974" sldId="384"/>
            <ac:spMk id="5" creationId="{2785C376-4320-A6DF-7942-92D6933FA5A6}"/>
          </ac:spMkLst>
        </pc:spChg>
        <pc:picChg chg="add mod">
          <ac:chgData name="Tonia Pedersen" userId="90b35334-d922-4736-a054-f475bb830731" providerId="ADAL" clId="{2B9D6AE0-0F6E-40F1-81E3-5EB61C1DFBF5}" dt="2025-08-13T11:27:32.807" v="356" actId="1076"/>
          <ac:picMkLst>
            <pc:docMk/>
            <pc:sldMk cId="536095974" sldId="384"/>
            <ac:picMk id="9" creationId="{777FEE6F-2C8D-260D-5F3F-A547981027CC}"/>
          </ac:picMkLst>
        </pc:picChg>
      </pc:sldChg>
      <pc:sldChg chg="modSp mod modShow">
        <pc:chgData name="Tonia Pedersen" userId="90b35334-d922-4736-a054-f475bb830731" providerId="ADAL" clId="{2B9D6AE0-0F6E-40F1-81E3-5EB61C1DFBF5}" dt="2025-08-13T11:23:47.367" v="345" actId="20577"/>
        <pc:sldMkLst>
          <pc:docMk/>
          <pc:sldMk cId="986382170" sldId="385"/>
        </pc:sldMkLst>
        <pc:spChg chg="mod">
          <ac:chgData name="Tonia Pedersen" userId="90b35334-d922-4736-a054-f475bb830731" providerId="ADAL" clId="{2B9D6AE0-0F6E-40F1-81E3-5EB61C1DFBF5}" dt="2025-08-13T11:23:47.367" v="345" actId="20577"/>
          <ac:spMkLst>
            <pc:docMk/>
            <pc:sldMk cId="986382170" sldId="385"/>
            <ac:spMk id="4" creationId="{EC3FFD93-3290-B18C-9CCD-912F82BF1448}"/>
          </ac:spMkLst>
        </pc:spChg>
      </pc:sldChg>
      <pc:sldChg chg="delSp modSp mod modShow">
        <pc:chgData name="Tonia Pedersen" userId="90b35334-d922-4736-a054-f475bb830731" providerId="ADAL" clId="{2B9D6AE0-0F6E-40F1-81E3-5EB61C1DFBF5}" dt="2025-08-13T11:06:34.279" v="321" actId="478"/>
        <pc:sldMkLst>
          <pc:docMk/>
          <pc:sldMk cId="365156771" sldId="386"/>
        </pc:sldMkLst>
        <pc:spChg chg="mod">
          <ac:chgData name="Tonia Pedersen" userId="90b35334-d922-4736-a054-f475bb830731" providerId="ADAL" clId="{2B9D6AE0-0F6E-40F1-81E3-5EB61C1DFBF5}" dt="2025-08-08T13:38:35.221" v="211" actId="20577"/>
          <ac:spMkLst>
            <pc:docMk/>
            <pc:sldMk cId="365156771" sldId="386"/>
            <ac:spMk id="2" creationId="{B8DF4CD1-D7BA-2F86-AED5-2D817251F7CD}"/>
          </ac:spMkLst>
        </pc:spChg>
      </pc:sldChg>
      <pc:sldChg chg="mod modShow">
        <pc:chgData name="Tonia Pedersen" userId="90b35334-d922-4736-a054-f475bb830731" providerId="ADAL" clId="{2B9D6AE0-0F6E-40F1-81E3-5EB61C1DFBF5}" dt="2025-08-08T13:38:59.898" v="212" actId="729"/>
        <pc:sldMkLst>
          <pc:docMk/>
          <pc:sldMk cId="1284707976" sldId="387"/>
        </pc:sldMkLst>
      </pc:sldChg>
    </pc:docChg>
  </pc:docChgLst>
  <pc:docChgLst>
    <pc:chgData name="Tonia Pedersen" userId="90b35334-d922-4736-a054-f475bb830731" providerId="ADAL" clId="{C46C992B-EC4A-4F0D-9285-421CC8879411}"/>
    <pc:docChg chg="custSel modSld">
      <pc:chgData name="Tonia Pedersen" userId="90b35334-d922-4736-a054-f475bb830731" providerId="ADAL" clId="{C46C992B-EC4A-4F0D-9285-421CC8879411}" dt="2025-08-18T10:02:26.537" v="7" actId="478"/>
      <pc:docMkLst>
        <pc:docMk/>
      </pc:docMkLst>
      <pc:sldChg chg="addSp delSp modSp mod">
        <pc:chgData name="Tonia Pedersen" userId="90b35334-d922-4736-a054-f475bb830731" providerId="ADAL" clId="{C46C992B-EC4A-4F0D-9285-421CC8879411}" dt="2025-08-18T10:02:15.494" v="6"/>
        <pc:sldMkLst>
          <pc:docMk/>
          <pc:sldMk cId="986382170" sldId="385"/>
        </pc:sldMkLst>
        <pc:spChg chg="add del mod">
          <ac:chgData name="Tonia Pedersen" userId="90b35334-d922-4736-a054-f475bb830731" providerId="ADAL" clId="{C46C992B-EC4A-4F0D-9285-421CC8879411}" dt="2025-08-18T10:02:07.467" v="5" actId="478"/>
          <ac:spMkLst>
            <pc:docMk/>
            <pc:sldMk cId="986382170" sldId="385"/>
            <ac:spMk id="3" creationId="{023148A8-3A86-E76D-551A-384FE0FFD7B9}"/>
          </ac:spMkLst>
        </pc:spChg>
        <pc:spChg chg="del mod">
          <ac:chgData name="Tonia Pedersen" userId="90b35334-d922-4736-a054-f475bb830731" providerId="ADAL" clId="{C46C992B-EC4A-4F0D-9285-421CC8879411}" dt="2025-08-18T10:02:00.620" v="2" actId="478"/>
          <ac:spMkLst>
            <pc:docMk/>
            <pc:sldMk cId="986382170" sldId="385"/>
            <ac:spMk id="7" creationId="{61A3B9D7-D905-62DE-BEF1-0519FC4841D1}"/>
          </ac:spMkLst>
        </pc:spChg>
        <pc:spChg chg="del">
          <ac:chgData name="Tonia Pedersen" userId="90b35334-d922-4736-a054-f475bb830731" providerId="ADAL" clId="{C46C992B-EC4A-4F0D-9285-421CC8879411}" dt="2025-08-18T10:02:07.467" v="5" actId="478"/>
          <ac:spMkLst>
            <pc:docMk/>
            <pc:sldMk cId="986382170" sldId="385"/>
            <ac:spMk id="8" creationId="{0C6AA2B1-B22B-5297-85C0-1655250DC120}"/>
          </ac:spMkLst>
        </pc:spChg>
        <pc:spChg chg="add mod">
          <ac:chgData name="Tonia Pedersen" userId="90b35334-d922-4736-a054-f475bb830731" providerId="ADAL" clId="{C46C992B-EC4A-4F0D-9285-421CC8879411}" dt="2025-08-18T10:02:15.494" v="6"/>
          <ac:spMkLst>
            <pc:docMk/>
            <pc:sldMk cId="986382170" sldId="385"/>
            <ac:spMk id="9" creationId="{B8414C30-3B0A-A952-5949-3DC4625D9C70}"/>
          </ac:spMkLst>
        </pc:spChg>
        <pc:spChg chg="add mod">
          <ac:chgData name="Tonia Pedersen" userId="90b35334-d922-4736-a054-f475bb830731" providerId="ADAL" clId="{C46C992B-EC4A-4F0D-9285-421CC8879411}" dt="2025-08-18T10:02:15.494" v="6"/>
          <ac:spMkLst>
            <pc:docMk/>
            <pc:sldMk cId="986382170" sldId="385"/>
            <ac:spMk id="10" creationId="{B716A3F4-62B3-104A-B9EA-9D874CCB7F2F}"/>
          </ac:spMkLst>
        </pc:spChg>
        <pc:picChg chg="del">
          <ac:chgData name="Tonia Pedersen" userId="90b35334-d922-4736-a054-f475bb830731" providerId="ADAL" clId="{C46C992B-EC4A-4F0D-9285-421CC8879411}" dt="2025-08-18T10:01:57.909" v="0" actId="478"/>
          <ac:picMkLst>
            <pc:docMk/>
            <pc:sldMk cId="986382170" sldId="385"/>
            <ac:picMk id="5" creationId="{33439D2F-BBB0-19B2-4DC9-13E9FF2ABB67}"/>
          </ac:picMkLst>
        </pc:picChg>
        <pc:picChg chg="add del mod">
          <ac:chgData name="Tonia Pedersen" userId="90b35334-d922-4736-a054-f475bb830731" providerId="ADAL" clId="{C46C992B-EC4A-4F0D-9285-421CC8879411}" dt="2025-08-18T10:02:07.467" v="5" actId="478"/>
          <ac:picMkLst>
            <pc:docMk/>
            <pc:sldMk cId="986382170" sldId="385"/>
            <ac:picMk id="6" creationId="{03E7F2DC-B685-E2DD-A47C-CAD817E694C8}"/>
          </ac:picMkLst>
        </pc:picChg>
        <pc:picChg chg="add mod">
          <ac:chgData name="Tonia Pedersen" userId="90b35334-d922-4736-a054-f475bb830731" providerId="ADAL" clId="{C46C992B-EC4A-4F0D-9285-421CC8879411}" dt="2025-08-18T10:02:15.494" v="6"/>
          <ac:picMkLst>
            <pc:docMk/>
            <pc:sldMk cId="986382170" sldId="385"/>
            <ac:picMk id="11" creationId="{BDFA1C43-6298-F01B-9C28-6882411B07D9}"/>
          </ac:picMkLst>
        </pc:picChg>
      </pc:sldChg>
      <pc:sldChg chg="delSp mod">
        <pc:chgData name="Tonia Pedersen" userId="90b35334-d922-4736-a054-f475bb830731" providerId="ADAL" clId="{C46C992B-EC4A-4F0D-9285-421CC8879411}" dt="2025-08-18T10:02:26.537" v="7" actId="478"/>
        <pc:sldMkLst>
          <pc:docMk/>
          <pc:sldMk cId="1284707976" sldId="387"/>
        </pc:sldMkLst>
        <pc:picChg chg="del">
          <ac:chgData name="Tonia Pedersen" userId="90b35334-d922-4736-a054-f475bb830731" providerId="ADAL" clId="{C46C992B-EC4A-4F0D-9285-421CC8879411}" dt="2025-08-18T10:02:26.537" v="7" actId="478"/>
          <ac:picMkLst>
            <pc:docMk/>
            <pc:sldMk cId="1284707976" sldId="387"/>
            <ac:picMk id="14" creationId="{5A2EC77F-D0D7-766D-B950-66683919AE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08-12-2025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Vessel &amp; Process Column Internals – capture and relate internal components.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2025-09-29 V1 Tonia Pedersen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6AA2B1-B22B-5297-85C0-1655250DC120}"/>
              </a:ext>
            </a:extLst>
          </p:cNvPr>
          <p:cNvSpPr/>
          <p:nvPr/>
        </p:nvSpPr>
        <p:spPr>
          <a:xfrm>
            <a:off x="5833854" y="1649547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23950"/>
            <a:ext cx="8736725" cy="551172"/>
          </a:xfrm>
        </p:spPr>
        <p:txBody>
          <a:bodyPr/>
          <a:lstStyle/>
          <a:p>
            <a:r>
              <a:rPr lang="en-US" dirty="0"/>
              <a:t>Current DEXPI model: There is no possibility to capture vessel &amp; pressure column internal components such as </a:t>
            </a:r>
            <a:r>
              <a:rPr lang="en-US" dirty="0" err="1"/>
              <a:t>VortexBreaker</a:t>
            </a:r>
            <a:r>
              <a:rPr lang="en-US" dirty="0"/>
              <a:t>, Demister.. as components of the main equipment.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304798" y="4547502"/>
            <a:ext cx="8736725" cy="4572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How to capture and relate internal components.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1A3B9D7-D905-62DE-BEF1-0519FC4841D1}"/>
              </a:ext>
            </a:extLst>
          </p:cNvPr>
          <p:cNvSpPr txBox="1">
            <a:spLocks/>
          </p:cNvSpPr>
          <p:nvPr/>
        </p:nvSpPr>
        <p:spPr>
          <a:xfrm>
            <a:off x="5972614" y="1785742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 </a:t>
            </a:r>
            <a:r>
              <a:rPr lang="en-US" sz="1400" dirty="0"/>
              <a:t>vortex breaker, vane pack, tower tray, tower packing, demister pad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907A3-0179-C910-587A-8A73A8CDA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14" y="2500098"/>
            <a:ext cx="2251350" cy="2301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3A360-744B-962B-871D-D806A0A7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58" y="1990822"/>
            <a:ext cx="5444011" cy="17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213C-E870-86D4-5767-CE35FEEB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C61FA-4C12-316F-B051-54A80B9F0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318" y="1052799"/>
            <a:ext cx="3387121" cy="38939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6F29D6-7BAF-6910-5F50-69D7B7B6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Information Model)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70CA906-832E-2F2A-0FDF-F65D4045E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8736725" cy="728764"/>
          </a:xfrm>
        </p:spPr>
        <p:txBody>
          <a:bodyPr/>
          <a:lstStyle/>
          <a:p>
            <a:r>
              <a:rPr lang="en-US" dirty="0"/>
              <a:t>add new </a:t>
            </a:r>
            <a:r>
              <a:rPr lang="en-US" dirty="0" err="1"/>
              <a:t>ProcessVesselComponent</a:t>
            </a:r>
            <a:r>
              <a:rPr lang="en-US" dirty="0"/>
              <a:t> abstract class</a:t>
            </a:r>
          </a:p>
          <a:p>
            <a:r>
              <a:rPr lang="en-US" dirty="0"/>
              <a:t>add new sub-type classes for the different component types</a:t>
            </a:r>
          </a:p>
        </p:txBody>
      </p:sp>
      <p:sp>
        <p:nvSpPr>
          <p:cNvPr id="3" name="Rechteck 7">
            <a:extLst>
              <a:ext uri="{FF2B5EF4-FFF2-40B4-BE49-F238E27FC236}">
                <a16:creationId xmlns:a16="http://schemas.microsoft.com/office/drawing/2014/main" id="{DB7E959A-3835-3D23-4F22-0E13EE7A083A}"/>
              </a:ext>
            </a:extLst>
          </p:cNvPr>
          <p:cNvSpPr/>
          <p:nvPr/>
        </p:nvSpPr>
        <p:spPr>
          <a:xfrm>
            <a:off x="304800" y="1667714"/>
            <a:ext cx="3200896" cy="327973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sz="16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124701CB-AEBB-A705-EBEB-12919DA093A2}"/>
              </a:ext>
            </a:extLst>
          </p:cNvPr>
          <p:cNvSpPr txBox="1">
            <a:spLocks/>
          </p:cNvSpPr>
          <p:nvPr/>
        </p:nvSpPr>
        <p:spPr>
          <a:xfrm>
            <a:off x="443560" y="1803909"/>
            <a:ext cx="2941272" cy="7860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Example: </a:t>
            </a:r>
            <a:r>
              <a:rPr lang="en-US" sz="1400" dirty="0"/>
              <a:t>vortex breaker, vane pack, tower tray, tower packing, demister pad **Equinor symbol legend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1B48C-C29F-617C-03C9-2BBD5B064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60" y="2518265"/>
            <a:ext cx="2251350" cy="23015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E1326E-9A81-412E-2535-84A7E71BB7EE}"/>
              </a:ext>
            </a:extLst>
          </p:cNvPr>
          <p:cNvSpPr txBox="1"/>
          <p:nvPr/>
        </p:nvSpPr>
        <p:spPr>
          <a:xfrm>
            <a:off x="4772610" y="2139571"/>
            <a:ext cx="1425776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800" dirty="0"/>
              <a:t>** Yellow: indicates sub-types suggested for inclusion in DEXPI</a:t>
            </a:r>
          </a:p>
          <a:p>
            <a:pPr>
              <a:lnSpc>
                <a:spcPct val="90000"/>
              </a:lnSpc>
            </a:pPr>
            <a:endParaRPr lang="en-GB" sz="800" dirty="0"/>
          </a:p>
          <a:p>
            <a:pPr>
              <a:lnSpc>
                <a:spcPct val="90000"/>
              </a:lnSpc>
            </a:pPr>
            <a:r>
              <a:rPr lang="en-GB" sz="800" dirty="0"/>
              <a:t>**Purple: indicates addition custom sub-types identified by Equinor</a:t>
            </a:r>
          </a:p>
        </p:txBody>
      </p:sp>
    </p:spTree>
    <p:extLst>
      <p:ext uri="{BB962C8B-B14F-4D97-AF65-F5344CB8AC3E}">
        <p14:creationId xmlns:p14="http://schemas.microsoft.com/office/powerpoint/2010/main" val="25023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F4CD1-D7BA-2F86-AED5-2D817251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Modelled 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43D8E3-4236-898B-427F-203EC0AD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CCA76-A8CF-8FB3-FD8A-A95352AB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05234"/>
            <a:ext cx="4418411" cy="351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900</TotalTime>
  <Words>133</Words>
  <Application>Microsoft Office PowerPoint</Application>
  <PresentationFormat>On-screen Show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Artifakt ElementOfc</vt:lpstr>
      <vt:lpstr>Artifakt LegendOfc</vt:lpstr>
      <vt:lpstr>Wingdings</vt:lpstr>
      <vt:lpstr>Office Theme</vt:lpstr>
      <vt:lpstr>Vessel &amp; Process Column Internals – capture and relate internal components. </vt:lpstr>
      <vt:lpstr>Motivation</vt:lpstr>
      <vt:lpstr>Proposal (DEXPI Information Model)</vt:lpstr>
      <vt:lpstr>Modelled Example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Tonia Pedersen</cp:lastModifiedBy>
  <cp:revision>6</cp:revision>
  <dcterms:created xsi:type="dcterms:W3CDTF">2020-12-01T11:28:56Z</dcterms:created>
  <dcterms:modified xsi:type="dcterms:W3CDTF">2025-12-08T13:16:07Z</dcterms:modified>
  <cp:contentStatus/>
</cp:coreProperties>
</file>