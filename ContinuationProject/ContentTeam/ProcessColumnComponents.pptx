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78" r:id="rId2"/>
    <p:sldId id="383" r:id="rId3"/>
    <p:sldId id="384" r:id="rId4"/>
    <p:sldId id="385" r:id="rId5"/>
    <p:sldId id="386" r:id="rId6"/>
    <p:sldId id="387" r:id="rId7"/>
    <p:sldId id="381" r:id="rId8"/>
  </p:sldIdLst>
  <p:sldSz cx="9144000" cy="5143500" type="screen16x9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h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D1"/>
    <a:srgbClr val="DD2222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C992B-EC4A-4F0D-9285-421CC8879411}" v="2" dt="2025-08-18T10:02:15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7" autoAdjust="0"/>
  </p:normalViewPr>
  <p:slideViewPr>
    <p:cSldViewPr snapToGrid="0">
      <p:cViewPr varScale="1">
        <p:scale>
          <a:sx n="146" d="100"/>
          <a:sy n="146" d="100"/>
        </p:scale>
        <p:origin x="57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ia Pedersen" userId="90b35334-d922-4736-a054-f475bb830731" providerId="ADAL" clId="{671E7AB3-313B-45D1-B914-69D05E674086}"/>
    <pc:docChg chg="custSel modSld">
      <pc:chgData name="Tonia Pedersen" userId="90b35334-d922-4736-a054-f475bb830731" providerId="ADAL" clId="{671E7AB3-313B-45D1-B914-69D05E674086}" dt="2025-07-23T12:39:25.310" v="454" actId="478"/>
      <pc:docMkLst>
        <pc:docMk/>
      </pc:docMkLst>
      <pc:sldChg chg="modSp mod">
        <pc:chgData name="Tonia Pedersen" userId="90b35334-d922-4736-a054-f475bb830731" providerId="ADAL" clId="{671E7AB3-313B-45D1-B914-69D05E674086}" dt="2025-07-01T16:17:15.291" v="453" actId="20577"/>
        <pc:sldMkLst>
          <pc:docMk/>
          <pc:sldMk cId="1479510986" sldId="278"/>
        </pc:sldMkLst>
      </pc:sldChg>
      <pc:sldChg chg="addSp delSp modSp mod">
        <pc:chgData name="Tonia Pedersen" userId="90b35334-d922-4736-a054-f475bb830731" providerId="ADAL" clId="{671E7AB3-313B-45D1-B914-69D05E674086}" dt="2025-07-01T11:37:12.215" v="352" actId="20577"/>
        <pc:sldMkLst>
          <pc:docMk/>
          <pc:sldMk cId="2231842345" sldId="383"/>
        </pc:sldMkLst>
      </pc:sldChg>
      <pc:sldChg chg="addSp delSp modSp mod">
        <pc:chgData name="Tonia Pedersen" userId="90b35334-d922-4736-a054-f475bb830731" providerId="ADAL" clId="{671E7AB3-313B-45D1-B914-69D05E674086}" dt="2025-07-01T11:37:40.265" v="401" actId="6549"/>
        <pc:sldMkLst>
          <pc:docMk/>
          <pc:sldMk cId="536095974" sldId="384"/>
        </pc:sldMkLst>
      </pc:sldChg>
      <pc:sldChg chg="addSp delSp modSp mod">
        <pc:chgData name="Tonia Pedersen" userId="90b35334-d922-4736-a054-f475bb830731" providerId="ADAL" clId="{671E7AB3-313B-45D1-B914-69D05E674086}" dt="2025-07-23T12:39:25.310" v="454" actId="478"/>
        <pc:sldMkLst>
          <pc:docMk/>
          <pc:sldMk cId="986382170" sldId="385"/>
        </pc:sldMkLst>
      </pc:sldChg>
      <pc:sldChg chg="modSp mod">
        <pc:chgData name="Tonia Pedersen" userId="90b35334-d922-4736-a054-f475bb830731" providerId="ADAL" clId="{671E7AB3-313B-45D1-B914-69D05E674086}" dt="2025-07-01T16:16:48.358" v="413" actId="6549"/>
        <pc:sldMkLst>
          <pc:docMk/>
          <pc:sldMk cId="365156771" sldId="386"/>
        </pc:sldMkLst>
      </pc:sldChg>
      <pc:sldChg chg="delSp modSp mod">
        <pc:chgData name="Tonia Pedersen" userId="90b35334-d922-4736-a054-f475bb830731" providerId="ADAL" clId="{671E7AB3-313B-45D1-B914-69D05E674086}" dt="2025-07-01T16:16:42.111" v="412" actId="478"/>
        <pc:sldMkLst>
          <pc:docMk/>
          <pc:sldMk cId="1284707976" sldId="387"/>
        </pc:sldMkLst>
      </pc:sldChg>
    </pc:docChg>
  </pc:docChgLst>
  <pc:docChgLst>
    <pc:chgData name="Tonia Pedersen" userId="90b35334-d922-4736-a054-f475bb830731" providerId="ADAL" clId="{C46C992B-EC4A-4F0D-9285-421CC8879411}"/>
    <pc:docChg chg="custSel modSld">
      <pc:chgData name="Tonia Pedersen" userId="90b35334-d922-4736-a054-f475bb830731" providerId="ADAL" clId="{C46C992B-EC4A-4F0D-9285-421CC8879411}" dt="2025-08-18T10:02:26.537" v="7" actId="478"/>
      <pc:docMkLst>
        <pc:docMk/>
      </pc:docMkLst>
      <pc:sldChg chg="addSp delSp modSp mod">
        <pc:chgData name="Tonia Pedersen" userId="90b35334-d922-4736-a054-f475bb830731" providerId="ADAL" clId="{C46C992B-EC4A-4F0D-9285-421CC8879411}" dt="2025-08-18T10:02:15.494" v="6"/>
        <pc:sldMkLst>
          <pc:docMk/>
          <pc:sldMk cId="986382170" sldId="385"/>
        </pc:sldMkLst>
        <pc:spChg chg="add del mod">
          <ac:chgData name="Tonia Pedersen" userId="90b35334-d922-4736-a054-f475bb830731" providerId="ADAL" clId="{C46C992B-EC4A-4F0D-9285-421CC8879411}" dt="2025-08-18T10:02:07.467" v="5" actId="478"/>
          <ac:spMkLst>
            <pc:docMk/>
            <pc:sldMk cId="986382170" sldId="385"/>
            <ac:spMk id="3" creationId="{023148A8-3A86-E76D-551A-384FE0FFD7B9}"/>
          </ac:spMkLst>
        </pc:spChg>
        <pc:spChg chg="del mod">
          <ac:chgData name="Tonia Pedersen" userId="90b35334-d922-4736-a054-f475bb830731" providerId="ADAL" clId="{C46C992B-EC4A-4F0D-9285-421CC8879411}" dt="2025-08-18T10:02:00.620" v="2" actId="478"/>
          <ac:spMkLst>
            <pc:docMk/>
            <pc:sldMk cId="986382170" sldId="385"/>
            <ac:spMk id="7" creationId="{61A3B9D7-D905-62DE-BEF1-0519FC4841D1}"/>
          </ac:spMkLst>
        </pc:spChg>
        <pc:spChg chg="del">
          <ac:chgData name="Tonia Pedersen" userId="90b35334-d922-4736-a054-f475bb830731" providerId="ADAL" clId="{C46C992B-EC4A-4F0D-9285-421CC8879411}" dt="2025-08-18T10:02:07.467" v="5" actId="478"/>
          <ac:spMkLst>
            <pc:docMk/>
            <pc:sldMk cId="986382170" sldId="385"/>
            <ac:spMk id="8" creationId="{0C6AA2B1-B22B-5297-85C0-1655250DC120}"/>
          </ac:spMkLst>
        </pc:spChg>
        <pc:spChg chg="add mod">
          <ac:chgData name="Tonia Pedersen" userId="90b35334-d922-4736-a054-f475bb830731" providerId="ADAL" clId="{C46C992B-EC4A-4F0D-9285-421CC8879411}" dt="2025-08-18T10:02:15.494" v="6"/>
          <ac:spMkLst>
            <pc:docMk/>
            <pc:sldMk cId="986382170" sldId="385"/>
            <ac:spMk id="9" creationId="{B8414C30-3B0A-A952-5949-3DC4625D9C70}"/>
          </ac:spMkLst>
        </pc:spChg>
        <pc:spChg chg="add mod">
          <ac:chgData name="Tonia Pedersen" userId="90b35334-d922-4736-a054-f475bb830731" providerId="ADAL" clId="{C46C992B-EC4A-4F0D-9285-421CC8879411}" dt="2025-08-18T10:02:15.494" v="6"/>
          <ac:spMkLst>
            <pc:docMk/>
            <pc:sldMk cId="986382170" sldId="385"/>
            <ac:spMk id="10" creationId="{B716A3F4-62B3-104A-B9EA-9D874CCB7F2F}"/>
          </ac:spMkLst>
        </pc:spChg>
        <pc:picChg chg="del">
          <ac:chgData name="Tonia Pedersen" userId="90b35334-d922-4736-a054-f475bb830731" providerId="ADAL" clId="{C46C992B-EC4A-4F0D-9285-421CC8879411}" dt="2025-08-18T10:01:57.909" v="0" actId="478"/>
          <ac:picMkLst>
            <pc:docMk/>
            <pc:sldMk cId="986382170" sldId="385"/>
            <ac:picMk id="5" creationId="{33439D2F-BBB0-19B2-4DC9-13E9FF2ABB67}"/>
          </ac:picMkLst>
        </pc:picChg>
        <pc:picChg chg="add del mod">
          <ac:chgData name="Tonia Pedersen" userId="90b35334-d922-4736-a054-f475bb830731" providerId="ADAL" clId="{C46C992B-EC4A-4F0D-9285-421CC8879411}" dt="2025-08-18T10:02:07.467" v="5" actId="478"/>
          <ac:picMkLst>
            <pc:docMk/>
            <pc:sldMk cId="986382170" sldId="385"/>
            <ac:picMk id="6" creationId="{03E7F2DC-B685-E2DD-A47C-CAD817E694C8}"/>
          </ac:picMkLst>
        </pc:picChg>
        <pc:picChg chg="add mod">
          <ac:chgData name="Tonia Pedersen" userId="90b35334-d922-4736-a054-f475bb830731" providerId="ADAL" clId="{C46C992B-EC4A-4F0D-9285-421CC8879411}" dt="2025-08-18T10:02:15.494" v="6"/>
          <ac:picMkLst>
            <pc:docMk/>
            <pc:sldMk cId="986382170" sldId="385"/>
            <ac:picMk id="11" creationId="{BDFA1C43-6298-F01B-9C28-6882411B07D9}"/>
          </ac:picMkLst>
        </pc:picChg>
      </pc:sldChg>
      <pc:sldChg chg="delSp mod">
        <pc:chgData name="Tonia Pedersen" userId="90b35334-d922-4736-a054-f475bb830731" providerId="ADAL" clId="{C46C992B-EC4A-4F0D-9285-421CC8879411}" dt="2025-08-18T10:02:26.537" v="7" actId="478"/>
        <pc:sldMkLst>
          <pc:docMk/>
          <pc:sldMk cId="1284707976" sldId="387"/>
        </pc:sldMkLst>
        <pc:picChg chg="del">
          <ac:chgData name="Tonia Pedersen" userId="90b35334-d922-4736-a054-f475bb830731" providerId="ADAL" clId="{C46C992B-EC4A-4F0D-9285-421CC8879411}" dt="2025-08-18T10:02:26.537" v="7" actId="478"/>
          <ac:picMkLst>
            <pc:docMk/>
            <pc:sldMk cId="1284707976" sldId="387"/>
            <ac:picMk id="14" creationId="{5A2EC77F-D0D7-766D-B950-66683919AE4E}"/>
          </ac:picMkLst>
        </pc:picChg>
      </pc:sldChg>
    </pc:docChg>
  </pc:docChgLst>
  <pc:docChgLst>
    <pc:chgData name="Tonia Pedersen" userId="90b35334-d922-4736-a054-f475bb830731" providerId="ADAL" clId="{2B9D6AE0-0F6E-40F1-81E3-5EB61C1DFBF5}"/>
    <pc:docChg chg="undo custSel modSld">
      <pc:chgData name="Tonia Pedersen" userId="90b35334-d922-4736-a054-f475bb830731" providerId="ADAL" clId="{2B9D6AE0-0F6E-40F1-81E3-5EB61C1DFBF5}" dt="2025-08-13T11:31:04.033" v="406" actId="6549"/>
      <pc:docMkLst>
        <pc:docMk/>
      </pc:docMkLst>
      <pc:sldChg chg="modSp mod">
        <pc:chgData name="Tonia Pedersen" userId="90b35334-d922-4736-a054-f475bb830731" providerId="ADAL" clId="{2B9D6AE0-0F6E-40F1-81E3-5EB61C1DFBF5}" dt="2025-08-13T11:29:29.463" v="390" actId="20577"/>
        <pc:sldMkLst>
          <pc:docMk/>
          <pc:sldMk cId="1479510986" sldId="278"/>
        </pc:sldMkLst>
        <pc:spChg chg="mod">
          <ac:chgData name="Tonia Pedersen" userId="90b35334-d922-4736-a054-f475bb830731" providerId="ADAL" clId="{2B9D6AE0-0F6E-40F1-81E3-5EB61C1DFBF5}" dt="2025-08-13T11:29:29.463" v="390" actId="20577"/>
          <ac:spMkLst>
            <pc:docMk/>
            <pc:sldMk cId="1479510986" sldId="278"/>
            <ac:spMk id="2" creationId="{00000000-0000-0000-0000-000000000000}"/>
          </ac:spMkLst>
        </pc:spChg>
        <pc:spChg chg="mod">
          <ac:chgData name="Tonia Pedersen" userId="90b35334-d922-4736-a054-f475bb830731" providerId="ADAL" clId="{2B9D6AE0-0F6E-40F1-81E3-5EB61C1DFBF5}" dt="2025-08-13T09:05:26.925" v="292" actId="20577"/>
          <ac:spMkLst>
            <pc:docMk/>
            <pc:sldMk cId="1479510986" sldId="278"/>
            <ac:spMk id="7" creationId="{00000000-0000-0000-0000-000000000000}"/>
          </ac:spMkLst>
        </pc:spChg>
      </pc:sldChg>
      <pc:sldChg chg="addSp delSp modSp mod">
        <pc:chgData name="Tonia Pedersen" userId="90b35334-d922-4736-a054-f475bb830731" providerId="ADAL" clId="{2B9D6AE0-0F6E-40F1-81E3-5EB61C1DFBF5}" dt="2025-08-13T11:31:04.033" v="406" actId="6549"/>
        <pc:sldMkLst>
          <pc:docMk/>
          <pc:sldMk cId="2231842345" sldId="383"/>
        </pc:sldMkLst>
        <pc:spChg chg="mod">
          <ac:chgData name="Tonia Pedersen" userId="90b35334-d922-4736-a054-f475bb830731" providerId="ADAL" clId="{2B9D6AE0-0F6E-40F1-81E3-5EB61C1DFBF5}" dt="2025-08-13T11:31:04.033" v="406" actId="6549"/>
          <ac:spMkLst>
            <pc:docMk/>
            <pc:sldMk cId="2231842345" sldId="383"/>
            <ac:spMk id="3" creationId="{2D36A024-B71F-2A8A-FFA2-789D9D8EA9DB}"/>
          </ac:spMkLst>
        </pc:spChg>
        <pc:spChg chg="mod">
          <ac:chgData name="Tonia Pedersen" userId="90b35334-d922-4736-a054-f475bb830731" providerId="ADAL" clId="{2B9D6AE0-0F6E-40F1-81E3-5EB61C1DFBF5}" dt="2025-08-13T11:29:50.454" v="405" actId="20577"/>
          <ac:spMkLst>
            <pc:docMk/>
            <pc:sldMk cId="2231842345" sldId="383"/>
            <ac:spMk id="5" creationId="{2785C376-4320-A6DF-7942-92D6933FA5A6}"/>
          </ac:spMkLst>
        </pc:spChg>
        <pc:spChg chg="mod">
          <ac:chgData name="Tonia Pedersen" userId="90b35334-d922-4736-a054-f475bb830731" providerId="ADAL" clId="{2B9D6AE0-0F6E-40F1-81E3-5EB61C1DFBF5}" dt="2025-08-08T13:35:30.588" v="79" actId="20577"/>
          <ac:spMkLst>
            <pc:docMk/>
            <pc:sldMk cId="2231842345" sldId="383"/>
            <ac:spMk id="7" creationId="{61A3B9D7-D905-62DE-BEF1-0519FC4841D1}"/>
          </ac:spMkLst>
        </pc:spChg>
        <pc:spChg chg="mod">
          <ac:chgData name="Tonia Pedersen" userId="90b35334-d922-4736-a054-f475bb830731" providerId="ADAL" clId="{2B9D6AE0-0F6E-40F1-81E3-5EB61C1DFBF5}" dt="2025-08-08T09:51:54.491" v="21" actId="14100"/>
          <ac:spMkLst>
            <pc:docMk/>
            <pc:sldMk cId="2231842345" sldId="383"/>
            <ac:spMk id="8" creationId="{0C6AA2B1-B22B-5297-85C0-1655250DC120}"/>
          </ac:spMkLst>
        </pc:spChg>
        <pc:picChg chg="add mod">
          <ac:chgData name="Tonia Pedersen" userId="90b35334-d922-4736-a054-f475bb830731" providerId="ADAL" clId="{2B9D6AE0-0F6E-40F1-81E3-5EB61C1DFBF5}" dt="2025-08-08T09:57:44.621" v="40" actId="1076"/>
          <ac:picMkLst>
            <pc:docMk/>
            <pc:sldMk cId="2231842345" sldId="383"/>
            <ac:picMk id="9" creationId="{D35907A3-0179-C910-587A-8A73A8CDAA84}"/>
          </ac:picMkLst>
        </pc:picChg>
        <pc:picChg chg="add mod">
          <ac:chgData name="Tonia Pedersen" userId="90b35334-d922-4736-a054-f475bb830731" providerId="ADAL" clId="{2B9D6AE0-0F6E-40F1-81E3-5EB61C1DFBF5}" dt="2025-08-13T11:28:20.186" v="366" actId="1076"/>
          <ac:picMkLst>
            <pc:docMk/>
            <pc:sldMk cId="2231842345" sldId="383"/>
            <ac:picMk id="12" creationId="{39F03A69-BED3-273D-E27E-B003BE9C099A}"/>
          </ac:picMkLst>
        </pc:picChg>
      </pc:sldChg>
      <pc:sldChg chg="addSp delSp modSp mod">
        <pc:chgData name="Tonia Pedersen" userId="90b35334-d922-4736-a054-f475bb830731" providerId="ADAL" clId="{2B9D6AE0-0F6E-40F1-81E3-5EB61C1DFBF5}" dt="2025-08-13T11:27:38.915" v="362" actId="20577"/>
        <pc:sldMkLst>
          <pc:docMk/>
          <pc:sldMk cId="536095974" sldId="384"/>
        </pc:sldMkLst>
        <pc:spChg chg="mod ord">
          <ac:chgData name="Tonia Pedersen" userId="90b35334-d922-4736-a054-f475bb830731" providerId="ADAL" clId="{2B9D6AE0-0F6E-40F1-81E3-5EB61C1DFBF5}" dt="2025-08-13T11:27:38.915" v="362" actId="20577"/>
          <ac:spMkLst>
            <pc:docMk/>
            <pc:sldMk cId="536095974" sldId="384"/>
            <ac:spMk id="5" creationId="{2785C376-4320-A6DF-7942-92D6933FA5A6}"/>
          </ac:spMkLst>
        </pc:spChg>
        <pc:picChg chg="add mod">
          <ac:chgData name="Tonia Pedersen" userId="90b35334-d922-4736-a054-f475bb830731" providerId="ADAL" clId="{2B9D6AE0-0F6E-40F1-81E3-5EB61C1DFBF5}" dt="2025-08-13T11:27:32.807" v="356" actId="1076"/>
          <ac:picMkLst>
            <pc:docMk/>
            <pc:sldMk cId="536095974" sldId="384"/>
            <ac:picMk id="9" creationId="{777FEE6F-2C8D-260D-5F3F-A547981027CC}"/>
          </ac:picMkLst>
        </pc:picChg>
      </pc:sldChg>
      <pc:sldChg chg="modSp mod modShow">
        <pc:chgData name="Tonia Pedersen" userId="90b35334-d922-4736-a054-f475bb830731" providerId="ADAL" clId="{2B9D6AE0-0F6E-40F1-81E3-5EB61C1DFBF5}" dt="2025-08-13T11:23:47.367" v="345" actId="20577"/>
        <pc:sldMkLst>
          <pc:docMk/>
          <pc:sldMk cId="986382170" sldId="385"/>
        </pc:sldMkLst>
        <pc:spChg chg="mod">
          <ac:chgData name="Tonia Pedersen" userId="90b35334-d922-4736-a054-f475bb830731" providerId="ADAL" clId="{2B9D6AE0-0F6E-40F1-81E3-5EB61C1DFBF5}" dt="2025-08-13T11:23:47.367" v="345" actId="20577"/>
          <ac:spMkLst>
            <pc:docMk/>
            <pc:sldMk cId="986382170" sldId="385"/>
            <ac:spMk id="4" creationId="{EC3FFD93-3290-B18C-9CCD-912F82BF1448}"/>
          </ac:spMkLst>
        </pc:spChg>
      </pc:sldChg>
      <pc:sldChg chg="delSp modSp mod modShow">
        <pc:chgData name="Tonia Pedersen" userId="90b35334-d922-4736-a054-f475bb830731" providerId="ADAL" clId="{2B9D6AE0-0F6E-40F1-81E3-5EB61C1DFBF5}" dt="2025-08-13T11:06:34.279" v="321" actId="478"/>
        <pc:sldMkLst>
          <pc:docMk/>
          <pc:sldMk cId="365156771" sldId="386"/>
        </pc:sldMkLst>
        <pc:spChg chg="mod">
          <ac:chgData name="Tonia Pedersen" userId="90b35334-d922-4736-a054-f475bb830731" providerId="ADAL" clId="{2B9D6AE0-0F6E-40F1-81E3-5EB61C1DFBF5}" dt="2025-08-08T13:38:35.221" v="211" actId="20577"/>
          <ac:spMkLst>
            <pc:docMk/>
            <pc:sldMk cId="365156771" sldId="386"/>
            <ac:spMk id="2" creationId="{B8DF4CD1-D7BA-2F86-AED5-2D817251F7CD}"/>
          </ac:spMkLst>
        </pc:spChg>
      </pc:sldChg>
      <pc:sldChg chg="mod modShow">
        <pc:chgData name="Tonia Pedersen" userId="90b35334-d922-4736-a054-f475bb830731" providerId="ADAL" clId="{2B9D6AE0-0F6E-40F1-81E3-5EB61C1DFBF5}" dt="2025-08-08T13:38:59.898" v="212" actId="729"/>
        <pc:sldMkLst>
          <pc:docMk/>
          <pc:sldMk cId="1284707976" sldId="3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  <a:cs typeface="Arial" charset="0"/>
              </a:defRPr>
            </a:lvl1pPr>
          </a:lstStyle>
          <a:p>
            <a:fld id="{4AA9FAFC-2319-504C-A7E6-C27BB7BBEBBC}" type="datetimeFigureOut">
              <a:rPr lang="mr-IN"/>
              <a:pPr/>
              <a:t>18-08-2025</a:t>
            </a:fld>
            <a:endParaRPr lang="mr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8E2C8280-5F62-3D48-BBB9-576BF0EE92F4}" type="slidenum">
              <a:rPr lang="uk-UA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8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&lt;ProcessSignalGeneratingSystem ID = "ProcessSignalGeneratingSystem-1" </a:t>
            </a:r>
            <a:r>
              <a:rPr lang="en-US" dirty="0" err="1"/>
              <a:t>ComponentClass</a:t>
            </a:r>
            <a:r>
              <a:rPr lang="en-US" dirty="0"/>
              <a:t> = "ProcessSignalGeneratingSystem"&gt;</a:t>
            </a:r>
          </a:p>
          <a:p>
            <a:r>
              <a:rPr lang="en-US" dirty="0"/>
              <a:t>  &lt;ProcessSignalGeneratingSystemComponent ID = "SensorWellReference-1" </a:t>
            </a:r>
            <a:r>
              <a:rPr lang="en-US" dirty="0" err="1"/>
              <a:t>ComponentClass</a:t>
            </a:r>
            <a:r>
              <a:rPr lang="en-US" dirty="0"/>
              <a:t> = "SensorWellReference"&gt;</a:t>
            </a:r>
          </a:p>
          <a:p>
            <a:r>
              <a:rPr lang="en-US" dirty="0"/>
              <a:t>    &lt;Association Type = "refers to" </a:t>
            </a:r>
            <a:r>
              <a:rPr lang="en-US" dirty="0" err="1"/>
              <a:t>ItemID</a:t>
            </a:r>
            <a:r>
              <a:rPr lang="en-US" dirty="0"/>
              <a:t> = "SensorWell-1"/&gt;</a:t>
            </a:r>
          </a:p>
          <a:p>
            <a:r>
              <a:rPr lang="en-US" dirty="0"/>
              <a:t>  &lt;/ProcessSignalGeneratingSystemComponent&gt;</a:t>
            </a:r>
          </a:p>
          <a:p>
            <a:r>
              <a:rPr lang="en-US" dirty="0"/>
              <a:t>&lt;/ProcessSignalGeneratingSystem&gt;</a:t>
            </a:r>
          </a:p>
          <a:p>
            <a:r>
              <a:rPr lang="en-US" dirty="0"/>
              <a:t>&lt;</a:t>
            </a:r>
            <a:r>
              <a:rPr lang="en-US" dirty="0" err="1"/>
              <a:t>PipingNetworkSystem</a:t>
            </a:r>
            <a:r>
              <a:rPr lang="en-US" dirty="0"/>
              <a:t> ID = "PipingNetworkSystem-1" </a:t>
            </a:r>
            <a:r>
              <a:rPr lang="en-US" dirty="0" err="1"/>
              <a:t>ComponentClass</a:t>
            </a:r>
            <a:r>
              <a:rPr lang="en-US" dirty="0"/>
              <a:t> = "</a:t>
            </a:r>
            <a:r>
              <a:rPr lang="en-US" dirty="0" err="1"/>
              <a:t>PipingNetworkSystem</a:t>
            </a:r>
            <a:r>
              <a:rPr lang="en-US" dirty="0"/>
              <a:t>"&gt;</a:t>
            </a:r>
          </a:p>
          <a:p>
            <a:r>
              <a:rPr lang="en-US" dirty="0"/>
              <a:t>  &lt;</a:t>
            </a:r>
            <a:r>
              <a:rPr lang="en-US" dirty="0" err="1"/>
              <a:t>PipingNetworkSegment</a:t>
            </a:r>
            <a:r>
              <a:rPr lang="en-US" dirty="0"/>
              <a:t> ID = "PipingNetworkSegment-1" </a:t>
            </a:r>
            <a:r>
              <a:rPr lang="en-US" dirty="0" err="1"/>
              <a:t>ComponentClass</a:t>
            </a:r>
            <a:r>
              <a:rPr lang="en-US" dirty="0"/>
              <a:t> = "</a:t>
            </a:r>
            <a:r>
              <a:rPr lang="en-US" dirty="0" err="1"/>
              <a:t>PipingNetworkSegment</a:t>
            </a:r>
            <a:r>
              <a:rPr lang="en-US" dirty="0"/>
              <a:t>"&gt;</a:t>
            </a:r>
          </a:p>
          <a:p>
            <a:r>
              <a:rPr lang="en-US" dirty="0"/>
              <a:t>    &lt;PipingComponent ID = "SensorWell-1" </a:t>
            </a:r>
            <a:r>
              <a:rPr lang="en-US" dirty="0" err="1"/>
              <a:t>ComponentClass</a:t>
            </a:r>
            <a:r>
              <a:rPr lang="en-US" dirty="0"/>
              <a:t> = "SensorWell"&gt;</a:t>
            </a:r>
          </a:p>
          <a:p>
            <a:r>
              <a:rPr lang="en-US" dirty="0"/>
              <a:t>      &lt;Association Type = "is referenced by" </a:t>
            </a:r>
            <a:r>
              <a:rPr lang="en-US" dirty="0" err="1"/>
              <a:t>ItemID</a:t>
            </a:r>
            <a:r>
              <a:rPr lang="en-US" dirty="0"/>
              <a:t> = "SensorWellReference-1"/&gt;</a:t>
            </a:r>
          </a:p>
          <a:p>
            <a:r>
              <a:rPr lang="en-US" dirty="0"/>
              <a:t>    &lt;/PipingComponent&gt;</a:t>
            </a:r>
          </a:p>
          <a:p>
            <a:r>
              <a:rPr lang="en-US" dirty="0"/>
              <a:t>  &lt;/</a:t>
            </a:r>
            <a:r>
              <a:rPr lang="en-US" dirty="0" err="1"/>
              <a:t>PipingNetworkSegment</a:t>
            </a:r>
            <a:r>
              <a:rPr lang="en-US" dirty="0"/>
              <a:t>&gt;</a:t>
            </a:r>
          </a:p>
          <a:p>
            <a:r>
              <a:rPr lang="en-US" dirty="0"/>
              <a:t>&lt;/</a:t>
            </a:r>
            <a:r>
              <a:rPr lang="en-US" dirty="0" err="1"/>
              <a:t>PipingNetworkSystem</a:t>
            </a:r>
            <a:r>
              <a:rPr lang="en-US" dirty="0"/>
              <a:t>&gt;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C8280-5F62-3D48-BBB9-576BF0EE92F4}" type="slidenum">
              <a:rPr lang="uk-UA" smtClean="0"/>
              <a:pPr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10067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9" name="Freeform 28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A: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52400" y="485775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sk-SK" sz="700">
                <a:solidFill>
                  <a:schemeClr val="bg2"/>
                </a:solidFill>
              </a:rPr>
              <a:t>© 2018 Autodesk, Inc.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C078B-CBDA-4DD0-868B-C6493C5777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4" y="4171950"/>
            <a:ext cx="3643208" cy="69189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019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A: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1780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Freeform 7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B: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A0EE0-C819-4AE9-9DD6-46B7A6F530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Freeform 4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B: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B9F50-3388-4284-9110-AE5FA6DEEB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5994400" cy="4572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3802F-247A-4B6E-9D50-074A7F584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1872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724400" y="1123950"/>
            <a:ext cx="4114800" cy="3657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857750"/>
            <a:ext cx="4114800" cy="152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Photo credit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251342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5143500"/>
          </a:xfrm>
        </p:spPr>
        <p:txBody>
          <a:bodyPr bIns="182880"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50FC1-F6A2-41E6-9100-344E497968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2400" y="4857750"/>
            <a:ext cx="6400800" cy="152400"/>
          </a:xfrm>
        </p:spPr>
        <p:txBody>
          <a:bodyPr anchor="b"/>
          <a:lstStyle>
            <a:lvl1pPr>
              <a:spcBef>
                <a:spcPts val="0"/>
              </a:spcBef>
              <a:defRPr lang="en-US" sz="900" b="0" i="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marL="0" lvl="0" indent="0">
              <a:spcBef>
                <a:spcPts val="750"/>
              </a:spcBef>
              <a:buFont typeface="Arial" panose="020B0604020202020204" pitchFamily="34" charset="0"/>
            </a:pPr>
            <a:r>
              <a:rPr lang="en-US"/>
              <a:t>Replace this copy with image credit when applicable.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80496-57B2-4609-AB33-458C6DDB5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8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3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27868-526A-4C6B-96A5-2F672AB9D3F4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72167-55E0-4849-BCAD-C2A1CF9D3B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36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169988"/>
            <a:ext cx="8229644" cy="3468705"/>
          </a:xfrm>
          <a:prstGeom prst="rect">
            <a:avLst/>
          </a:prstGeom>
        </p:spPr>
        <p:txBody>
          <a:bodyPr lIns="73140" tIns="0" rIns="0" bIns="0">
            <a:noAutofit/>
          </a:bodyPr>
          <a:lstStyle>
            <a:lvl1pPr marL="411362" indent="-411362">
              <a:buClr>
                <a:schemeClr val="accent4"/>
              </a:buClr>
              <a:buSzPct val="100000"/>
              <a:buFont typeface="Wingdings" charset="2"/>
              <a:buChar char="§"/>
              <a:defRPr sz="2800" b="0">
                <a:solidFill>
                  <a:schemeClr val="tx1"/>
                </a:solidFill>
                <a:latin typeface="Artifakt ElementOfc"/>
                <a:cs typeface="Artifakt ElementOfc"/>
              </a:defRPr>
            </a:lvl1pPr>
            <a:lvl2pPr marL="831698" indent="-287891">
              <a:buClr>
                <a:schemeClr val="accent4"/>
              </a:buClr>
              <a:buSzPct val="100000"/>
              <a:buFont typeface="Wingdings" charset="2"/>
              <a:buChar char="§"/>
              <a:defRPr sz="2500" b="0">
                <a:solidFill>
                  <a:schemeClr val="tx1"/>
                </a:solidFill>
                <a:latin typeface="Artifakt ElementOfc"/>
                <a:cs typeface="Artifakt ElementOfc"/>
              </a:defRPr>
            </a:lvl2pPr>
            <a:lvl3pPr marL="1279535" indent="-259102">
              <a:buClr>
                <a:schemeClr val="accent4"/>
              </a:buClr>
              <a:buSzPct val="100000"/>
              <a:buFont typeface="Wingdings" charset="2"/>
              <a:buChar char="§"/>
              <a:defRPr sz="2200" b="0">
                <a:solidFill>
                  <a:schemeClr val="tx1"/>
                </a:solidFill>
                <a:latin typeface="Artifakt ElementOfc"/>
                <a:cs typeface="Artifakt ElementOfc"/>
              </a:defRPr>
            </a:lvl3pPr>
            <a:lvl4pPr marL="1791350" indent="-230313">
              <a:buClr>
                <a:schemeClr val="accent4"/>
              </a:buClr>
              <a:buSzPct val="100000"/>
              <a:buFont typeface="Wingdings" charset="2"/>
              <a:buChar char="§"/>
              <a:defRPr sz="1900" b="0">
                <a:solidFill>
                  <a:schemeClr val="tx1"/>
                </a:solidFill>
                <a:latin typeface="Artifakt ElementOfc"/>
                <a:cs typeface="Artifakt ElementOfc"/>
              </a:defRPr>
            </a:lvl4pPr>
            <a:lvl5pPr marL="2303162" indent="-201524">
              <a:buClr>
                <a:schemeClr val="accent4"/>
              </a:buClr>
              <a:buSzPct val="100000"/>
              <a:buFont typeface="Wingdings" charset="2"/>
              <a:buChar char="§"/>
              <a:defRPr sz="1700" b="0">
                <a:solidFill>
                  <a:schemeClr val="tx1"/>
                </a:solidFill>
                <a:latin typeface="Artifakt ElementOfc"/>
                <a:cs typeface="Artifakt ElementOfc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 i="0" baseline="0">
                <a:solidFill>
                  <a:schemeClr val="accent4"/>
                </a:solidFill>
                <a:latin typeface="Artifakt ElementOfc"/>
                <a:cs typeface="Artifakt ElementOfc"/>
              </a:defRPr>
            </a:lvl1pPr>
          </a:lstStyle>
          <a:p>
            <a:r>
              <a:rPr lang="en-US"/>
              <a:t>Headers use the </a:t>
            </a:r>
            <a:r>
              <a:rPr lang="en-US" err="1"/>
              <a:t>Artifakt</a:t>
            </a:r>
            <a:r>
              <a:rPr lang="en-US"/>
              <a:t> </a:t>
            </a:r>
            <a:r>
              <a:rPr lang="en-US" err="1"/>
              <a:t>ElementOfc</a:t>
            </a:r>
            <a:r>
              <a:rPr lang="en-US"/>
              <a:t> typeface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852210"/>
            <a:ext cx="8229600" cy="2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821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8534400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534400" cy="3886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0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0" r:id="rId3"/>
    <p:sldLayoutId id="2147483671" r:id="rId4"/>
    <p:sldLayoutId id="2147483662" r:id="rId5"/>
    <p:sldLayoutId id="2147483664" r:id="rId6"/>
    <p:sldLayoutId id="2147483672" r:id="rId7"/>
    <p:sldLayoutId id="2147483666" r:id="rId8"/>
    <p:sldLayoutId id="2147483673" r:id="rId9"/>
    <p:sldLayoutId id="2147483674" r:id="rId10"/>
    <p:sldLayoutId id="2147483667" r:id="rId11"/>
    <p:sldLayoutId id="2147483675" r:id="rId12"/>
    <p:sldLayoutId id="2147483676" r:id="rId13"/>
    <p:sldLayoutId id="2147483677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6858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620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Vessel &amp; Process Column Internals – capture and relate internal components.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3437660"/>
            <a:ext cx="4114800" cy="304800"/>
          </a:xfrm>
        </p:spPr>
        <p:txBody>
          <a:bodyPr/>
          <a:lstStyle/>
          <a:p>
            <a:r>
              <a:rPr lang="en-US" dirty="0"/>
              <a:t>2025-08-13 V1 Tonia Pedersen, Manfred Theißen</a:t>
            </a:r>
          </a:p>
        </p:txBody>
      </p:sp>
    </p:spTree>
    <p:extLst>
      <p:ext uri="{BB962C8B-B14F-4D97-AF65-F5344CB8AC3E}">
        <p14:creationId xmlns:p14="http://schemas.microsoft.com/office/powerpoint/2010/main" val="147951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C6AA2B1-B22B-5297-85C0-1655250DC120}"/>
              </a:ext>
            </a:extLst>
          </p:cNvPr>
          <p:cNvSpPr/>
          <p:nvPr/>
        </p:nvSpPr>
        <p:spPr>
          <a:xfrm>
            <a:off x="5833854" y="1649547"/>
            <a:ext cx="3200896" cy="327973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23950"/>
            <a:ext cx="8736725" cy="551172"/>
          </a:xfrm>
        </p:spPr>
        <p:txBody>
          <a:bodyPr/>
          <a:lstStyle/>
          <a:p>
            <a:r>
              <a:rPr lang="en-US" dirty="0"/>
              <a:t>Current DEXPI model: There is no possibility to capture vessel &amp; pressure column internal components such as </a:t>
            </a:r>
            <a:r>
              <a:rPr lang="en-US" dirty="0" err="1"/>
              <a:t>VortexBreaker</a:t>
            </a:r>
            <a:r>
              <a:rPr lang="en-US" dirty="0"/>
              <a:t>, Demister.. as components of the main equipment.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36A024-B71F-2A8A-FFA2-789D9D8EA9DB}"/>
              </a:ext>
            </a:extLst>
          </p:cNvPr>
          <p:cNvSpPr txBox="1">
            <a:spLocks/>
          </p:cNvSpPr>
          <p:nvPr/>
        </p:nvSpPr>
        <p:spPr>
          <a:xfrm>
            <a:off x="304798" y="4547502"/>
            <a:ext cx="8736725" cy="4572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How to capture and relate internal components.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1A3B9D7-D905-62DE-BEF1-0519FC4841D1}"/>
              </a:ext>
            </a:extLst>
          </p:cNvPr>
          <p:cNvSpPr txBox="1">
            <a:spLocks/>
          </p:cNvSpPr>
          <p:nvPr/>
        </p:nvSpPr>
        <p:spPr>
          <a:xfrm>
            <a:off x="5972614" y="1785742"/>
            <a:ext cx="2941272" cy="7860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Example: </a:t>
            </a:r>
            <a:r>
              <a:rPr lang="en-US" sz="1400" dirty="0"/>
              <a:t>vortex breaker, vane pack, tower tray, tower packing, demister pad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5907A3-0179-C910-587A-8A73A8CDA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14" y="2500098"/>
            <a:ext cx="2251350" cy="23015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F03A69-BED3-273D-E27E-B003BE9C0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47220"/>
            <a:ext cx="5378631" cy="18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(DEXPI Information Model)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88657"/>
            <a:ext cx="8736725" cy="728764"/>
          </a:xfrm>
        </p:spPr>
        <p:txBody>
          <a:bodyPr/>
          <a:lstStyle/>
          <a:p>
            <a:r>
              <a:rPr lang="en-US" dirty="0"/>
              <a:t>add new </a:t>
            </a:r>
            <a:r>
              <a:rPr lang="en-US" dirty="0" err="1"/>
              <a:t>ProcessColumnComponent</a:t>
            </a:r>
            <a:r>
              <a:rPr lang="en-US" dirty="0"/>
              <a:t> abstract class</a:t>
            </a:r>
          </a:p>
          <a:p>
            <a:r>
              <a:rPr lang="en-US" dirty="0"/>
              <a:t>add new sub-type classes for the different component types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7FEE6F-2C8D-260D-5F3F-A54798102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07" y="1537047"/>
            <a:ext cx="6296297" cy="349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9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3FFD93-3290-B18C-9CCD-912F82BF1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RDL References</a:t>
            </a:r>
          </a:p>
        </p:txBody>
      </p:sp>
      <p:sp>
        <p:nvSpPr>
          <p:cNvPr id="9" name="Rechteck 7">
            <a:extLst>
              <a:ext uri="{FF2B5EF4-FFF2-40B4-BE49-F238E27FC236}">
                <a16:creationId xmlns:a16="http://schemas.microsoft.com/office/drawing/2014/main" id="{B8414C30-3B0A-A952-5949-3DC4625D9C70}"/>
              </a:ext>
            </a:extLst>
          </p:cNvPr>
          <p:cNvSpPr/>
          <p:nvPr/>
        </p:nvSpPr>
        <p:spPr>
          <a:xfrm>
            <a:off x="5833854" y="1649547"/>
            <a:ext cx="3200896" cy="327973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60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B716A3F4-62B3-104A-B9EA-9D874CCB7F2F}"/>
              </a:ext>
            </a:extLst>
          </p:cNvPr>
          <p:cNvSpPr txBox="1">
            <a:spLocks/>
          </p:cNvSpPr>
          <p:nvPr/>
        </p:nvSpPr>
        <p:spPr>
          <a:xfrm>
            <a:off x="5972614" y="1785742"/>
            <a:ext cx="2941272" cy="7860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Example: </a:t>
            </a:r>
            <a:r>
              <a:rPr lang="en-US" sz="1400" dirty="0"/>
              <a:t>vortex breaker, vane pack, tower tray, tower packing, demister pad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FA1C43-6298-F01B-9C28-6882411B0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14" y="2500098"/>
            <a:ext cx="2251350" cy="230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8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F4CD1-D7BA-2F86-AED5-2D817251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(DEXPI 2.0 Implementation)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43D8E3-4236-898B-427F-203EC0AD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FC90F-B95F-42AC-244A-8A05F68C9B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15A59C-6338-36DF-DD89-48827A363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(Proteus, simplified)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EF2857-418F-59B8-723E-9D4A352EE4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0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F4CD1-D7BA-2F86-AED5-2D817251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Questions, remarks, …?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43D8E3-4236-898B-427F-203EC0AD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FC90F-B95F-42AC-244A-8A05F68C9B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8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BASF_CONVERTED_TO_TAGS" val="1"/>
</p:tagLst>
</file>

<file path=ppt/theme/theme1.xml><?xml version="1.0" encoding="utf-8"?>
<a:theme xmlns:a="http://schemas.openxmlformats.org/drawingml/2006/main" name="Office Theme">
  <a:themeElements>
    <a:clrScheme name="Custom 89">
      <a:dk1>
        <a:srgbClr val="3C3C3C"/>
      </a:dk1>
      <a:lt1>
        <a:srgbClr val="FFFFFF"/>
      </a:lt1>
      <a:dk2>
        <a:srgbClr val="0696D7"/>
      </a:dk2>
      <a:lt2>
        <a:srgbClr val="FFFFFF"/>
      </a:lt2>
      <a:accent1>
        <a:srgbClr val="0595D6"/>
      </a:accent1>
      <a:accent2>
        <a:srgbClr val="87BC40"/>
      </a:accent2>
      <a:accent3>
        <a:srgbClr val="32BCAD"/>
      </a:accent3>
      <a:accent4>
        <a:srgbClr val="1858A8"/>
      </a:accent4>
      <a:accent5>
        <a:srgbClr val="FAA21B"/>
      </a:accent5>
      <a:accent6>
        <a:srgbClr val="DD2222"/>
      </a:accent6>
      <a:hlink>
        <a:srgbClr val="0595D6"/>
      </a:hlink>
      <a:folHlink>
        <a:srgbClr val="666666"/>
      </a:folHlink>
    </a:clrScheme>
    <a:fontScheme name="Autodesk Artifakt 2018">
      <a:majorFont>
        <a:latin typeface="Artifakt LegendOfc"/>
        <a:ea typeface=""/>
        <a:cs typeface=""/>
      </a:majorFont>
      <a:minorFont>
        <a:latin typeface="Artifakt ElementOf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DEXPI_Marketing_PPT_Template.pptx" id="{FB5682A9-E0A8-4386-AC74-429128522CC6}" vid="{E0819F48-55D2-4483-89D1-9B786FC3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DEXPI_Marketing_PPT_Template</Template>
  <TotalTime>865</TotalTime>
  <Words>241</Words>
  <Application>Microsoft Office PowerPoint</Application>
  <PresentationFormat>On-screen Show (16:9)</PresentationFormat>
  <Paragraphs>28</Paragraphs>
  <Slides>7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Artifakt ElementOfc</vt:lpstr>
      <vt:lpstr>Artifakt LegendOfc</vt:lpstr>
      <vt:lpstr>Wingdings</vt:lpstr>
      <vt:lpstr>Office Theme</vt:lpstr>
      <vt:lpstr>Vessel &amp; Process Column Internals – capture and relate internal components. </vt:lpstr>
      <vt:lpstr>Motivation</vt:lpstr>
      <vt:lpstr>Proposal (DEXPI Information Model)</vt:lpstr>
      <vt:lpstr>Example</vt:lpstr>
      <vt:lpstr>Proposal (DEXPI 2.0 Implementation)</vt:lpstr>
      <vt:lpstr>Example (Proteus, simplified)</vt:lpstr>
      <vt:lpstr>Questions, remarks, …?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Tonia Pedersen</cp:lastModifiedBy>
  <cp:revision>3</cp:revision>
  <dcterms:created xsi:type="dcterms:W3CDTF">2020-12-01T11:28:56Z</dcterms:created>
  <dcterms:modified xsi:type="dcterms:W3CDTF">2025-08-18T10:02:26Z</dcterms:modified>
  <cp:contentStatus/>
</cp:coreProperties>
</file>