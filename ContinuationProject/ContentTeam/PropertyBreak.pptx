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78" r:id="rId2"/>
    <p:sldId id="383" r:id="rId3"/>
    <p:sldId id="384" r:id="rId4"/>
    <p:sldId id="385" r:id="rId5"/>
  </p:sldIdLst>
  <p:sldSz cx="9144000" cy="5143500" type="screen16x9"/>
  <p:notesSz cx="6858000" cy="9144000"/>
  <p:custDataLst>
    <p:tags r:id="rId7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1" name="Author" initials="A" lastIdx="0" clrIdx="1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D1"/>
    <a:srgbClr val="DD2222"/>
    <a:srgbClr val="3C3C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247" autoAdjust="0"/>
  </p:normalViewPr>
  <p:slideViewPr>
    <p:cSldViewPr snapToGrid="0">
      <p:cViewPr varScale="1">
        <p:scale>
          <a:sx n="158" d="100"/>
          <a:sy n="158" d="100"/>
        </p:scale>
        <p:origin x="162" y="21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charset="0"/>
                <a:cs typeface="Arial" charset="0"/>
              </a:defRPr>
            </a:lvl1pPr>
          </a:lstStyle>
          <a:p>
            <a:fld id="{4AA9FAFC-2319-504C-A7E6-C27BB7BBEBBC}" type="datetimeFigureOut">
              <a:rPr lang="mr-IN"/>
              <a:pPr/>
              <a:t>25-11-2025</a:t>
            </a:fld>
            <a:endParaRPr lang="mr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charset="0"/>
              </a:defRPr>
            </a:lvl1pPr>
          </a:lstStyle>
          <a:p>
            <a:fld id="{8E2C8280-5F62-3D48-BBB9-576BF0EE92F4}" type="slidenum">
              <a:rPr lang="uk-UA"/>
              <a:pPr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6688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9" name="Freeform 28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A: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152400" y="4857750"/>
            <a:ext cx="1295400" cy="152400"/>
          </a:xfrm>
          <a:prstGeom prst="rect">
            <a:avLst/>
          </a:prstGeom>
          <a:noFill/>
        </p:spPr>
        <p:txBody>
          <a:bodyPr wrap="none" lIns="0" tIns="0" rIns="0" bIns="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sk-SK" sz="700">
                <a:solidFill>
                  <a:schemeClr val="bg2"/>
                </a:solidFill>
              </a:rPr>
              <a:t>© 2018 Autodesk, Inc.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8C078B-CBDA-4DD0-868B-C6493C57777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914" y="4171950"/>
            <a:ext cx="3643208" cy="69189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101905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Freeform 9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A: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178067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Freeform 7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B: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0A0EE0-C819-4AE9-9DD6-46B7A6F530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Freeform 4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B: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EB9F50-3388-4284-9110-AE5FA6DEEB9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5994400" cy="4572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3802F-247A-4B6E-9D50-074A7F5841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1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187233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4724400" y="1123950"/>
            <a:ext cx="4114800" cy="3657600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4724400" y="4857750"/>
            <a:ext cx="4114800" cy="152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Photo credit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251342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wo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4000" cy="5143500"/>
          </a:xfrm>
        </p:spPr>
        <p:txBody>
          <a:bodyPr bIns="182880" anchor="ctr"/>
          <a:lstStyle>
            <a:lvl1pPr marL="0" marR="0" indent="0" algn="ctr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/>
            </a:lvl1pPr>
          </a:lstStyle>
          <a:p>
            <a:r>
              <a:rPr lang="en-US"/>
              <a:t>Keyword slide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50FC1-F6A2-41E6-9100-344E497968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2400" y="4857750"/>
            <a:ext cx="6400800" cy="152400"/>
          </a:xfrm>
        </p:spPr>
        <p:txBody>
          <a:bodyPr anchor="b"/>
          <a:lstStyle>
            <a:lvl1pPr>
              <a:spcBef>
                <a:spcPts val="0"/>
              </a:spcBef>
              <a:defRPr lang="en-US" sz="900" b="0" i="0" dirty="0">
                <a:solidFill>
                  <a:schemeClr val="tx1"/>
                </a:solidFill>
                <a:latin typeface="+mn-lt"/>
                <a:ea typeface="+mn-ea"/>
                <a:cs typeface="Arial" charset="0"/>
              </a:defRPr>
            </a:lvl1pPr>
          </a:lstStyle>
          <a:p>
            <a:pPr marL="0" lvl="0" indent="0">
              <a:spcBef>
                <a:spcPts val="750"/>
              </a:spcBef>
              <a:buFont typeface="Arial" panose="020B0604020202020204" pitchFamily="34" charset="0"/>
            </a:pPr>
            <a:r>
              <a:rPr lang="en-US"/>
              <a:t>Replace this copy with image credit when applicable.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080496-57B2-4609-AB33-458C6DDB55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08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943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27868-526A-4C6B-96A5-2F672AB9D3F4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72167-55E0-4849-BCAD-C2A1CF9D3BE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362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1" y="1169988"/>
            <a:ext cx="8229644" cy="3468705"/>
          </a:xfrm>
          <a:prstGeom prst="rect">
            <a:avLst/>
          </a:prstGeom>
        </p:spPr>
        <p:txBody>
          <a:bodyPr lIns="73140" tIns="0" rIns="0" bIns="0">
            <a:noAutofit/>
          </a:bodyPr>
          <a:lstStyle>
            <a:lvl1pPr marL="411362" indent="-411362">
              <a:buClr>
                <a:schemeClr val="accent4"/>
              </a:buClr>
              <a:buSzPct val="100000"/>
              <a:buFont typeface="Wingdings" charset="2"/>
              <a:buChar char="§"/>
              <a:defRPr sz="2800" b="0">
                <a:solidFill>
                  <a:schemeClr val="tx1"/>
                </a:solidFill>
                <a:latin typeface="Artifakt ElementOfc"/>
                <a:cs typeface="Artifakt ElementOfc"/>
              </a:defRPr>
            </a:lvl1pPr>
            <a:lvl2pPr marL="831698" indent="-287891">
              <a:buClr>
                <a:schemeClr val="accent4"/>
              </a:buClr>
              <a:buSzPct val="100000"/>
              <a:buFont typeface="Wingdings" charset="2"/>
              <a:buChar char="§"/>
              <a:defRPr sz="2500" b="0">
                <a:solidFill>
                  <a:schemeClr val="tx1"/>
                </a:solidFill>
                <a:latin typeface="Artifakt ElementOfc"/>
                <a:cs typeface="Artifakt ElementOfc"/>
              </a:defRPr>
            </a:lvl2pPr>
            <a:lvl3pPr marL="1279535" indent="-259102">
              <a:buClr>
                <a:schemeClr val="accent4"/>
              </a:buClr>
              <a:buSzPct val="100000"/>
              <a:buFont typeface="Wingdings" charset="2"/>
              <a:buChar char="§"/>
              <a:defRPr sz="2200" b="0">
                <a:solidFill>
                  <a:schemeClr val="tx1"/>
                </a:solidFill>
                <a:latin typeface="Artifakt ElementOfc"/>
                <a:cs typeface="Artifakt ElementOfc"/>
              </a:defRPr>
            </a:lvl3pPr>
            <a:lvl4pPr marL="1791350" indent="-230313">
              <a:buClr>
                <a:schemeClr val="accent4"/>
              </a:buClr>
              <a:buSzPct val="100000"/>
              <a:buFont typeface="Wingdings" charset="2"/>
              <a:buChar char="§"/>
              <a:defRPr sz="1900" b="0">
                <a:solidFill>
                  <a:schemeClr val="tx1"/>
                </a:solidFill>
                <a:latin typeface="Artifakt ElementOfc"/>
                <a:cs typeface="Artifakt ElementOfc"/>
              </a:defRPr>
            </a:lvl4pPr>
            <a:lvl5pPr marL="2303162" indent="-201524">
              <a:buClr>
                <a:schemeClr val="accent4"/>
              </a:buClr>
              <a:buSzPct val="100000"/>
              <a:buFont typeface="Wingdings" charset="2"/>
              <a:buChar char="§"/>
              <a:defRPr sz="1700" b="0">
                <a:solidFill>
                  <a:schemeClr val="tx1"/>
                </a:solidFill>
                <a:latin typeface="Artifakt ElementOfc"/>
                <a:cs typeface="Artifakt ElementOfc"/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05979"/>
            <a:ext cx="8229600" cy="85725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2800" b="1" i="0" baseline="0">
                <a:solidFill>
                  <a:schemeClr val="accent4"/>
                </a:solidFill>
                <a:latin typeface="Artifakt ElementOfc"/>
                <a:cs typeface="Artifakt ElementOfc"/>
              </a:defRPr>
            </a:lvl1pPr>
          </a:lstStyle>
          <a:p>
            <a:r>
              <a:rPr lang="en-US"/>
              <a:t>Headers use the </a:t>
            </a:r>
            <a:r>
              <a:rPr lang="en-US" err="1"/>
              <a:t>Artifakt</a:t>
            </a:r>
            <a:r>
              <a:rPr lang="en-US"/>
              <a:t> </a:t>
            </a:r>
            <a:r>
              <a:rPr lang="en-US" err="1"/>
              <a:t>ElementOfc</a:t>
            </a:r>
            <a:r>
              <a:rPr lang="en-US"/>
              <a:t> typeface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4852210"/>
            <a:ext cx="8229600" cy="23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8213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8534400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23950"/>
            <a:ext cx="8534400" cy="3886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08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0" r:id="rId3"/>
    <p:sldLayoutId id="2147483671" r:id="rId4"/>
    <p:sldLayoutId id="2147483662" r:id="rId5"/>
    <p:sldLayoutId id="2147483664" r:id="rId6"/>
    <p:sldLayoutId id="2147483672" r:id="rId7"/>
    <p:sldLayoutId id="2147483666" r:id="rId8"/>
    <p:sldLayoutId id="2147483673" r:id="rId9"/>
    <p:sldLayoutId id="2147483674" r:id="rId10"/>
    <p:sldLayoutId id="2147483667" r:id="rId11"/>
    <p:sldLayoutId id="2147483675" r:id="rId12"/>
    <p:sldLayoutId id="2147483676" r:id="rId13"/>
    <p:sldLayoutId id="2147483677" r:id="rId1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30188" indent="-230188" algn="l" defTabSz="685800" rtl="0" eaLnBrk="1" latinLnBrk="0" hangingPunct="1">
        <a:lnSpc>
          <a:spcPct val="90000"/>
        </a:lnSpc>
        <a:spcBef>
          <a:spcPts val="18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762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20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8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657349"/>
            <a:ext cx="6400800" cy="1164227"/>
          </a:xfrm>
        </p:spPr>
        <p:txBody>
          <a:bodyPr/>
          <a:lstStyle/>
          <a:p>
            <a:r>
              <a:rPr lang="en-US" dirty="0" err="1"/>
              <a:t>PropertyBreak</a:t>
            </a:r>
            <a:r>
              <a:rPr lang="en-US" dirty="0"/>
              <a:t> – Improved definition</a:t>
            </a:r>
            <a:br>
              <a:rPr lang="en-US" dirty="0"/>
            </a:b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457200" y="3437660"/>
            <a:ext cx="4114800" cy="304800"/>
          </a:xfrm>
        </p:spPr>
        <p:txBody>
          <a:bodyPr/>
          <a:lstStyle/>
          <a:p>
            <a:r>
              <a:rPr lang="en-US" dirty="0"/>
              <a:t>2025-11-10 V1 Tonia Pedersen/ Manfred </a:t>
            </a:r>
            <a:r>
              <a:rPr lang="en-US" dirty="0" err="1"/>
              <a:t>Theißen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9510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025" y="742950"/>
            <a:ext cx="8736725" cy="79878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DEXPI model for </a:t>
            </a:r>
            <a:r>
              <a:rPr lang="en-US" dirty="0" err="1"/>
              <a:t>PropertyBreak</a:t>
            </a:r>
            <a:r>
              <a:rPr lang="en-US" dirty="0"/>
              <a:t> </a:t>
            </a:r>
          </a:p>
          <a:p>
            <a:pPr lvl="1"/>
            <a:r>
              <a:rPr lang="en-US" sz="1400" dirty="0"/>
              <a:t>Limited list of predefined break types</a:t>
            </a:r>
          </a:p>
          <a:p>
            <a:pPr lvl="1"/>
            <a:r>
              <a:rPr lang="en-US" sz="1400" dirty="0"/>
              <a:t>Does not support identifier for break position e.g. for tie-in points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36A024-B71F-2A8A-FFA2-789D9D8EA9DB}"/>
              </a:ext>
            </a:extLst>
          </p:cNvPr>
          <p:cNvSpPr txBox="1">
            <a:spLocks/>
          </p:cNvSpPr>
          <p:nvPr/>
        </p:nvSpPr>
        <p:spPr>
          <a:xfrm>
            <a:off x="224374" y="4204985"/>
            <a:ext cx="5500766" cy="7242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DEEF7BC-075E-4AAA-EBCC-04776F9BE24B}"/>
              </a:ext>
            </a:extLst>
          </p:cNvPr>
          <p:cNvSpPr txBox="1">
            <a:spLocks/>
          </p:cNvSpPr>
          <p:nvPr/>
        </p:nvSpPr>
        <p:spPr>
          <a:xfrm>
            <a:off x="298024" y="1597299"/>
            <a:ext cx="8736725" cy="10560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charset="2"/>
              <a:buNone/>
            </a:pPr>
            <a:r>
              <a:rPr lang="en-US" dirty="0"/>
              <a:t>Gap: 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Open for other break types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Identification of break point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Break values side1/side2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6158E-DBAC-30AA-66F9-7DDC5758F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897" y="2653429"/>
            <a:ext cx="6714309" cy="220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84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DBE38E-40A3-F42F-1DF2-7DCF3F9A7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088" y="742950"/>
            <a:ext cx="5259627" cy="428965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 (DEXPI Information Model)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88657"/>
            <a:ext cx="3861473" cy="457200"/>
          </a:xfrm>
        </p:spPr>
        <p:txBody>
          <a:bodyPr/>
          <a:lstStyle/>
          <a:p>
            <a:r>
              <a:rPr lang="en-US" dirty="0"/>
              <a:t>Modify </a:t>
            </a:r>
            <a:r>
              <a:rPr lang="en-US" dirty="0" err="1"/>
              <a:t>PropertyBreak</a:t>
            </a:r>
            <a:r>
              <a:rPr lang="en-US" dirty="0"/>
              <a:t> class </a:t>
            </a:r>
          </a:p>
          <a:p>
            <a:r>
              <a:rPr lang="en-US" dirty="0"/>
              <a:t>Add </a:t>
            </a:r>
            <a:r>
              <a:rPr lang="en-US" dirty="0" err="1"/>
              <a:t>BreakType</a:t>
            </a:r>
            <a:r>
              <a:rPr lang="en-US" dirty="0"/>
              <a:t> abstract class to extend the break types available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D304A-A06B-6630-E7A5-695A54DAFE13}"/>
              </a:ext>
            </a:extLst>
          </p:cNvPr>
          <p:cNvSpPr txBox="1"/>
          <p:nvPr/>
        </p:nvSpPr>
        <p:spPr>
          <a:xfrm>
            <a:off x="304800" y="2155371"/>
            <a:ext cx="2731540" cy="6647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** Supports: use of 1 symbol for multiple break types.</a:t>
            </a:r>
          </a:p>
          <a:p>
            <a:pPr>
              <a:lnSpc>
                <a:spcPct val="90000"/>
              </a:lnSpc>
            </a:pP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536095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2E6C2-42B5-CAAF-6C56-DA00BB16C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8D3295-837D-9611-7635-76A621804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9F87B2-E9E7-650D-EB7A-971C4339E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15" y="827225"/>
            <a:ext cx="6357935" cy="403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6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BASF_CONVERTED_TO_TAGS" val="1"/>
</p:tagLst>
</file>

<file path=ppt/theme/theme1.xml><?xml version="1.0" encoding="utf-8"?>
<a:theme xmlns:a="http://schemas.openxmlformats.org/drawingml/2006/main" name="Office Theme">
  <a:themeElements>
    <a:clrScheme name="Custom 89">
      <a:dk1>
        <a:srgbClr val="3C3C3C"/>
      </a:dk1>
      <a:lt1>
        <a:srgbClr val="FFFFFF"/>
      </a:lt1>
      <a:dk2>
        <a:srgbClr val="0696D7"/>
      </a:dk2>
      <a:lt2>
        <a:srgbClr val="FFFFFF"/>
      </a:lt2>
      <a:accent1>
        <a:srgbClr val="0595D6"/>
      </a:accent1>
      <a:accent2>
        <a:srgbClr val="87BC40"/>
      </a:accent2>
      <a:accent3>
        <a:srgbClr val="32BCAD"/>
      </a:accent3>
      <a:accent4>
        <a:srgbClr val="1858A8"/>
      </a:accent4>
      <a:accent5>
        <a:srgbClr val="FAA21B"/>
      </a:accent5>
      <a:accent6>
        <a:srgbClr val="DD2222"/>
      </a:accent6>
      <a:hlink>
        <a:srgbClr val="0595D6"/>
      </a:hlink>
      <a:folHlink>
        <a:srgbClr val="666666"/>
      </a:folHlink>
    </a:clrScheme>
    <a:fontScheme name="Autodesk Artifakt 2018">
      <a:majorFont>
        <a:latin typeface="Artifakt LegendOfc"/>
        <a:ea typeface=""/>
        <a:cs typeface=""/>
      </a:majorFont>
      <a:minorFont>
        <a:latin typeface="Artifakt ElementOf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90000"/>
          </a:lnSpc>
          <a:defRPr sz="16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lnSpc>
            <a:spcPct val="90000"/>
          </a:lnSpc>
          <a:defRPr sz="1600"/>
        </a:defPPr>
      </a:lstStyle>
    </a:txDef>
  </a:objectDefaults>
  <a:extraClrSchemeLst/>
  <a:extLst>
    <a:ext uri="{05A4C25C-085E-4340-85A3-A5531E510DB2}">
      <thm15:themeFamily xmlns:thm15="http://schemas.microsoft.com/office/thememl/2012/main" name="DEXPI_Marketing_PPT_Template.pptx" id="{FB5682A9-E0A8-4386-AC74-429128522CC6}" vid="{E0819F48-55D2-4483-89D1-9B786FC3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DEXPI_Marketing_PPT_Template</Template>
  <TotalTime>974</TotalTime>
  <Words>86</Words>
  <Application>Microsoft Office PowerPoint</Application>
  <PresentationFormat>On-screen Show (16:9)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Artifakt ElementOfc</vt:lpstr>
      <vt:lpstr>Artifakt LegendOfc</vt:lpstr>
      <vt:lpstr>Wingdings</vt:lpstr>
      <vt:lpstr>Office Theme</vt:lpstr>
      <vt:lpstr>PropertyBreak – Improved definition </vt:lpstr>
      <vt:lpstr>Motivation</vt:lpstr>
      <vt:lpstr>Proposal (DEXPI Information Model)</vt:lpstr>
      <vt:lpstr>Example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Tonia Pedersen</dc:creator>
  <cp:lastModifiedBy>Tonia Pedersen</cp:lastModifiedBy>
  <cp:revision>12</cp:revision>
  <dcterms:created xsi:type="dcterms:W3CDTF">2020-12-01T11:28:56Z</dcterms:created>
  <dcterms:modified xsi:type="dcterms:W3CDTF">2025-11-25T07:18:34Z</dcterms:modified>
  <cp:contentStatus/>
</cp:coreProperties>
</file>