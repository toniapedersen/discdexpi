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  <p:sldId id="281" r:id="rId16"/>
    <p:sldId id="28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pump driver. Add </a:t>
            </a:r>
            <a:r>
              <a:rPr lang="en-GB" dirty="0" err="1"/>
              <a:t>VortexBreaker</a:t>
            </a:r>
            <a:r>
              <a:rPr lang="en-GB" dirty="0"/>
              <a:t> internal. Change </a:t>
            </a:r>
            <a:r>
              <a:rPr lang="en-GB" dirty="0" err="1"/>
              <a:t>NormalPosition</a:t>
            </a:r>
            <a:r>
              <a:rPr lang="en-GB" dirty="0"/>
              <a:t> for valve D-VG20-0001 to ‘NC’</a:t>
            </a:r>
          </a:p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Mount-on level element (Remove N04) &amp; Add NOA3 continuation drawing</a:t>
            </a:r>
          </a:p>
          <a:p>
            <a:pPr marL="342900" indent="-342900">
              <a:buFont typeface="+mj-lt"/>
              <a:buAutoNum type="arabicPeriod" startAt="13"/>
            </a:pPr>
            <a:r>
              <a:rPr lang="en-GB" dirty="0"/>
              <a:t>Add </a:t>
            </a:r>
            <a:r>
              <a:rPr lang="en-GB" dirty="0" err="1"/>
              <a:t>CustomEquipmentPackage</a:t>
            </a:r>
            <a:r>
              <a:rPr lang="en-GB" dirty="0"/>
              <a:t> and add </a:t>
            </a:r>
            <a:r>
              <a:rPr lang="en-GB" dirty="0" err="1"/>
              <a:t>MechanicalJoint</a:t>
            </a:r>
            <a:endParaRPr lang="en-GB" dirty="0"/>
          </a:p>
          <a:p>
            <a:pPr marL="342900" indent="-342900">
              <a:buFont typeface="+mj-lt"/>
              <a:buAutoNum type="arabicPeriod" startAt="11"/>
            </a:pPr>
            <a:endParaRPr lang="en-GB" dirty="0"/>
          </a:p>
          <a:p>
            <a:pPr marL="342900" indent="-342900">
              <a:buFont typeface="+mj-lt"/>
              <a:buAutoNum type="arabicPeriod" startAt="11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ED705C4-5DF1-3C4A-D6F7-4893B654A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4640" y="1515400"/>
            <a:ext cx="7136370" cy="456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B6F5F5-8E8B-16DD-1BAD-A34E842C1C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425" y="1533879"/>
            <a:ext cx="7586423" cy="4737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763C1C7-5BFE-93A4-B428-788D29E49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009" y="1390650"/>
            <a:ext cx="7423254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6B8FD617-FBDF-963D-47DA-9FEF1D90C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442" y="1394691"/>
            <a:ext cx="7574237" cy="481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50284D9-0402-5D3A-94C6-93E480634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5637" y="1315612"/>
            <a:ext cx="7551826" cy="488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20F0A5E-4944-40AA-1B35-0CD00244C6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8185" y="1440873"/>
            <a:ext cx="7515587" cy="473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301A0F3-0A9A-311E-1E56-1F57DBE1E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6664" y="1440873"/>
            <a:ext cx="7605946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</a:t>
            </a:r>
            <a:r>
              <a:rPr lang="en-GB" dirty="0" err="1"/>
              <a:t>PropertyBreak</a:t>
            </a:r>
            <a:r>
              <a:rPr lang="en-GB" dirty="0"/>
              <a:t> class elements and separate </a:t>
            </a:r>
            <a:r>
              <a:rPr lang="en-GB" dirty="0" err="1"/>
              <a:t>LogicalBreak</a:t>
            </a:r>
            <a:r>
              <a:rPr lang="en-GB" dirty="0"/>
              <a:t> class elements for each break type.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F2DE7-0A80-6AB8-F8EB-8A2D7AFB1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3803" y="1477818"/>
            <a:ext cx="7364743" cy="479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4B9C56BB-0976-2E25-FB91-2AB2FECE2FD2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D5D568-F1A9-14EB-EB3C-E35C2D1D6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12" y="1385455"/>
            <a:ext cx="7433110" cy="486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r>
              <a:rPr lang="en-GB" dirty="0"/>
              <a:t>Add ball valve D-VB20-0005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D-VB20-0002 that is part of the main line.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1A5B0BE-F4C9-85E5-4213-CEF3F77E0FF4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F657A0-FC75-88D0-B3CF-984D26CF0D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2582" y="1258301"/>
            <a:ext cx="7544230" cy="492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  <a:p>
            <a:pPr marL="342900" indent="-342900">
              <a:buAutoNum type="arabicPeriod"/>
            </a:pPr>
            <a:r>
              <a:rPr lang="en-GB" dirty="0"/>
              <a:t>Change </a:t>
            </a:r>
            <a:r>
              <a:rPr lang="en-GB" dirty="0" err="1"/>
              <a:t>NormalPosition</a:t>
            </a:r>
            <a:r>
              <a:rPr lang="en-GB" dirty="0"/>
              <a:t> for valve D-VG20-0001 to ‘NC’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D3CBF11-4068-A41D-648F-70EF02009053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C6B2ED1-9A9E-CB4C-DC54-80D99776C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287" y="1422401"/>
            <a:ext cx="7496846" cy="480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FBF20-FC29-A74C-A9B4-7D412B1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2C000-E825-A2F7-701F-D0FD61D6292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2"/>
            </a:pPr>
            <a:r>
              <a:rPr lang="en-GB" dirty="0"/>
              <a:t>Mount-on &amp; Off-Page Signal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CE263-7A33-C7FA-82AA-264233426691}"/>
              </a:ext>
            </a:extLst>
          </p:cNvPr>
          <p:cNvSpPr txBox="1"/>
          <p:nvPr/>
        </p:nvSpPr>
        <p:spPr>
          <a:xfrm>
            <a:off x="8531794" y="1166068"/>
            <a:ext cx="341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Mount-on level element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Remove N04 </a:t>
            </a:r>
          </a:p>
          <a:p>
            <a:pPr marL="342900" indent="-342900">
              <a:buAutoNum type="arabicPeriod"/>
            </a:pPr>
            <a:r>
              <a:rPr lang="en-GB" dirty="0"/>
              <a:t>Add NOA3 continuation drawing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BE302E4-0D46-4C6E-FC81-381B55C9BC8F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7DC9B75-51FB-EBE1-8BD0-350315EA4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9111" y="1394691"/>
            <a:ext cx="7545491" cy="471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5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0B7A1-9B73-AAAF-EB3B-91232CC58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8D56CB-9378-0514-46C5-9F19A98F0B5B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3"/>
            </a:pPr>
            <a:r>
              <a:rPr lang="en-GB" dirty="0"/>
              <a:t>Add </a:t>
            </a:r>
            <a:r>
              <a:rPr lang="en-GB" dirty="0" err="1"/>
              <a:t>CustomEquipmentPackage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72DF82-DB79-73F7-E853-B796368B5685}"/>
              </a:ext>
            </a:extLst>
          </p:cNvPr>
          <p:cNvSpPr txBox="1"/>
          <p:nvPr/>
        </p:nvSpPr>
        <p:spPr>
          <a:xfrm>
            <a:off x="8531794" y="1166068"/>
            <a:ext cx="3416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CustomEquipmentPackage</a:t>
            </a:r>
            <a:endParaRPr lang="en-GB" dirty="0"/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MechanicalJoint</a:t>
            </a:r>
            <a:endParaRPr lang="en-GB" dirty="0"/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81206D65-D92C-1C1D-2AD6-7ED128C3923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CE45260C-C02D-6FB3-0EF5-B400EA7FE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918" y="1394690"/>
            <a:ext cx="7563037" cy="481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575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544</Words>
  <Application>Microsoft Office PowerPoint</Application>
  <PresentationFormat>Widescreen</PresentationFormat>
  <Paragraphs>60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Tonia Pedersen</cp:lastModifiedBy>
  <cp:revision>15</cp:revision>
  <dcterms:created xsi:type="dcterms:W3CDTF">2023-02-01T07:42:00Z</dcterms:created>
  <dcterms:modified xsi:type="dcterms:W3CDTF">2025-12-17T15:40:53Z</dcterms:modified>
</cp:coreProperties>
</file>