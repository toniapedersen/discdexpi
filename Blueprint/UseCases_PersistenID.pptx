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9" r:id="rId3"/>
    <p:sldId id="261" r:id="rId4"/>
    <p:sldId id="258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8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>
      <p:cViewPr varScale="1">
        <p:scale>
          <a:sx n="69" d="100"/>
          <a:sy n="69" d="100"/>
        </p:scale>
        <p:origin x="4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75A0C95B-8296-4E0D-A48B-AEA77499676F}"/>
    <pc:docChg chg="custSel modSld">
      <pc:chgData name="Tonia Pedersen" userId="90b35334-d922-4736-a054-f475bb830731" providerId="ADAL" clId="{75A0C95B-8296-4E0D-A48B-AEA77499676F}" dt="2023-03-07T12:16:15.430" v="223" actId="1076"/>
      <pc:docMkLst>
        <pc:docMk/>
      </pc:docMkLst>
      <pc:sldChg chg="modSp mod">
        <pc:chgData name="Tonia Pedersen" userId="90b35334-d922-4736-a054-f475bb830731" providerId="ADAL" clId="{75A0C95B-8296-4E0D-A48B-AEA77499676F}" dt="2023-02-20T17:01:30.223" v="222" actId="1076"/>
        <pc:sldMkLst>
          <pc:docMk/>
          <pc:sldMk cId="1851058657" sldId="258"/>
        </pc:sldMkLst>
        <pc:spChg chg="mod">
          <ac:chgData name="Tonia Pedersen" userId="90b35334-d922-4736-a054-f475bb830731" providerId="ADAL" clId="{75A0C95B-8296-4E0D-A48B-AEA77499676F}" dt="2023-02-20T17:01:22.228" v="221"/>
          <ac:spMkLst>
            <pc:docMk/>
            <pc:sldMk cId="1851058657" sldId="258"/>
            <ac:spMk id="3" creationId="{7F5AFCD7-CF64-A7F6-B02F-987454D53E76}"/>
          </ac:spMkLst>
        </pc:spChg>
        <pc:picChg chg="mod">
          <ac:chgData name="Tonia Pedersen" userId="90b35334-d922-4736-a054-f475bb830731" providerId="ADAL" clId="{75A0C95B-8296-4E0D-A48B-AEA77499676F}" dt="2023-02-20T17:01:30.223" v="222" actId="1076"/>
          <ac:picMkLst>
            <pc:docMk/>
            <pc:sldMk cId="1851058657" sldId="258"/>
            <ac:picMk id="5" creationId="{BC039F98-ABB7-3EB5-B71F-9ED9046100F3}"/>
          </ac:picMkLst>
        </pc:picChg>
      </pc:sldChg>
      <pc:sldChg chg="addSp delSp modSp mod">
        <pc:chgData name="Tonia Pedersen" userId="90b35334-d922-4736-a054-f475bb830731" providerId="ADAL" clId="{75A0C95B-8296-4E0D-A48B-AEA77499676F}" dt="2023-02-20T15:38:34.726" v="220" actId="478"/>
        <pc:sldMkLst>
          <pc:docMk/>
          <pc:sldMk cId="2791736509" sldId="261"/>
        </pc:sldMkLst>
        <pc:spChg chg="add del mod">
          <ac:chgData name="Tonia Pedersen" userId="90b35334-d922-4736-a054-f475bb830731" providerId="ADAL" clId="{75A0C95B-8296-4E0D-A48B-AEA77499676F}" dt="2023-02-20T15:38:31.376" v="218" actId="478"/>
          <ac:spMkLst>
            <pc:docMk/>
            <pc:sldMk cId="2791736509" sldId="261"/>
            <ac:spMk id="3" creationId="{4536CF31-5A90-8A96-5DDC-DA55C3840635}"/>
          </ac:spMkLst>
        </pc:spChg>
        <pc:spChg chg="add del mod">
          <ac:chgData name="Tonia Pedersen" userId="90b35334-d922-4736-a054-f475bb830731" providerId="ADAL" clId="{75A0C95B-8296-4E0D-A48B-AEA77499676F}" dt="2023-02-20T15:38:33.893" v="219" actId="478"/>
          <ac:spMkLst>
            <pc:docMk/>
            <pc:sldMk cId="2791736509" sldId="261"/>
            <ac:spMk id="6" creationId="{39540328-A474-8003-A648-8806DFB6ACB4}"/>
          </ac:spMkLst>
        </pc:spChg>
        <pc:graphicFrameChg chg="add del mod modGraphic">
          <ac:chgData name="Tonia Pedersen" userId="90b35334-d922-4736-a054-f475bb830731" providerId="ADAL" clId="{75A0C95B-8296-4E0D-A48B-AEA77499676F}" dt="2023-02-20T15:36:15.027" v="168" actId="478"/>
          <ac:graphicFrameMkLst>
            <pc:docMk/>
            <pc:sldMk cId="2791736509" sldId="261"/>
            <ac:graphicFrameMk id="2" creationId="{3B77A58D-E9F7-B69D-8116-75FFB232AD76}"/>
          </ac:graphicFrameMkLst>
        </pc:graphicFrameChg>
        <pc:picChg chg="add del mod">
          <ac:chgData name="Tonia Pedersen" userId="90b35334-d922-4736-a054-f475bb830731" providerId="ADAL" clId="{75A0C95B-8296-4E0D-A48B-AEA77499676F}" dt="2023-02-20T15:38:34.726" v="220" actId="478"/>
          <ac:picMkLst>
            <pc:docMk/>
            <pc:sldMk cId="2791736509" sldId="261"/>
            <ac:picMk id="4" creationId="{A019D52D-E098-C6B7-5F2D-950AE6A4F862}"/>
          </ac:picMkLst>
        </pc:picChg>
        <pc:picChg chg="del mod">
          <ac:chgData name="Tonia Pedersen" userId="90b35334-d922-4736-a054-f475bb830731" providerId="ADAL" clId="{75A0C95B-8296-4E0D-A48B-AEA77499676F}" dt="2023-02-20T15:37:33.656" v="213" actId="478"/>
          <ac:picMkLst>
            <pc:docMk/>
            <pc:sldMk cId="2791736509" sldId="261"/>
            <ac:picMk id="5" creationId="{BC039F98-ABB7-3EB5-B71F-9ED9046100F3}"/>
          </ac:picMkLst>
        </pc:picChg>
      </pc:sldChg>
      <pc:sldChg chg="modSp mod">
        <pc:chgData name="Tonia Pedersen" userId="90b35334-d922-4736-a054-f475bb830731" providerId="ADAL" clId="{75A0C95B-8296-4E0D-A48B-AEA77499676F}" dt="2023-03-07T12:16:15.430" v="223" actId="1076"/>
        <pc:sldMkLst>
          <pc:docMk/>
          <pc:sldMk cId="1069569012" sldId="270"/>
        </pc:sldMkLst>
        <pc:picChg chg="mod">
          <ac:chgData name="Tonia Pedersen" userId="90b35334-d922-4736-a054-f475bb830731" providerId="ADAL" clId="{75A0C95B-8296-4E0D-A48B-AEA77499676F}" dt="2023-03-07T12:16:15.430" v="223" actId="1076"/>
          <ac:picMkLst>
            <pc:docMk/>
            <pc:sldMk cId="1069569012" sldId="270"/>
            <ac:picMk id="4" creationId="{AF3FF895-3135-7DA4-C161-2DE72DC33DDF}"/>
          </ac:picMkLst>
        </pc:picChg>
      </pc:sldChg>
    </pc:docChg>
  </pc:docChgLst>
  <pc:docChgLst>
    <pc:chgData name="Tonia Pedersen" userId="90b35334-d922-4736-a054-f475bb830731" providerId="ADAL" clId="{E863FB25-26DC-4EA2-A90F-C6EB6928BAFC}"/>
    <pc:docChg chg="undo custSel addSld delSld modSld sldOrd">
      <pc:chgData name="Tonia Pedersen" userId="90b35334-d922-4736-a054-f475bb830731" providerId="ADAL" clId="{E863FB25-26DC-4EA2-A90F-C6EB6928BAFC}" dt="2023-02-28T11:59:01.562" v="2516" actId="1076"/>
      <pc:docMkLst>
        <pc:docMk/>
      </pc:docMkLst>
      <pc:sldChg chg="addSp delSp modSp mod">
        <pc:chgData name="Tonia Pedersen" userId="90b35334-d922-4736-a054-f475bb830731" providerId="ADAL" clId="{E863FB25-26DC-4EA2-A90F-C6EB6928BAFC}" dt="2023-02-22T16:00:57.874" v="2477"/>
        <pc:sldMkLst>
          <pc:docMk/>
          <pc:sldMk cId="2802431492" sldId="256"/>
        </pc:sldMkLst>
        <pc:spChg chg="add mod">
          <ac:chgData name="Tonia Pedersen" userId="90b35334-d922-4736-a054-f475bb830731" providerId="ADAL" clId="{E863FB25-26DC-4EA2-A90F-C6EB6928BAFC}" dt="2023-02-22T16:00:57.874" v="2477"/>
          <ac:spMkLst>
            <pc:docMk/>
            <pc:sldMk cId="2802431492" sldId="256"/>
            <ac:spMk id="2" creationId="{EC1D67A0-CE70-2409-0828-725C3A5B6DFC}"/>
          </ac:spMkLst>
        </pc:spChg>
        <pc:spChg chg="add mod">
          <ac:chgData name="Tonia Pedersen" userId="90b35334-d922-4736-a054-f475bb830731" providerId="ADAL" clId="{E863FB25-26DC-4EA2-A90F-C6EB6928BAFC}" dt="2023-02-15T14:07:59.488" v="1260" actId="164"/>
          <ac:spMkLst>
            <pc:docMk/>
            <pc:sldMk cId="2802431492" sldId="256"/>
            <ac:spMk id="4" creationId="{1A9F5596-CBB2-ECCD-6C38-00F56FB02BF2}"/>
          </ac:spMkLst>
        </pc:spChg>
        <pc:spChg chg="add mod">
          <ac:chgData name="Tonia Pedersen" userId="90b35334-d922-4736-a054-f475bb830731" providerId="ADAL" clId="{E863FB25-26DC-4EA2-A90F-C6EB6928BAFC}" dt="2023-02-21T09:48:48.015" v="1707" actId="20577"/>
          <ac:spMkLst>
            <pc:docMk/>
            <pc:sldMk cId="2802431492" sldId="256"/>
            <ac:spMk id="5" creationId="{8407234B-FE84-5E39-6932-685740998FD2}"/>
          </ac:spMkLst>
        </pc:spChg>
        <pc:spChg chg="add del mod">
          <ac:chgData name="Tonia Pedersen" userId="90b35334-d922-4736-a054-f475bb830731" providerId="ADAL" clId="{E863FB25-26DC-4EA2-A90F-C6EB6928BAFC}" dt="2023-02-21T09:48:30.514" v="1694" actId="478"/>
          <ac:spMkLst>
            <pc:docMk/>
            <pc:sldMk cId="2802431492" sldId="256"/>
            <ac:spMk id="12" creationId="{9CE81119-31BB-8619-409A-09C4AA5DEEC4}"/>
          </ac:spMkLst>
        </pc:spChg>
        <pc:grpChg chg="add del mod">
          <ac:chgData name="Tonia Pedersen" userId="90b35334-d922-4736-a054-f475bb830731" providerId="ADAL" clId="{E863FB25-26DC-4EA2-A90F-C6EB6928BAFC}" dt="2023-02-22T15:24:58.789" v="1989" actId="21"/>
          <ac:grpSpMkLst>
            <pc:docMk/>
            <pc:sldMk cId="2802431492" sldId="256"/>
            <ac:grpSpMk id="11" creationId="{740D4330-2FC2-19B4-E08F-1CEA46514DDB}"/>
          </ac:grpSpMkLst>
        </pc:grp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3" creationId="{D1F1C3BB-48BA-CEC5-0FA1-B84C6E9BF966}"/>
          </ac:picMkLst>
        </pc:picChg>
        <pc:picChg chg="del">
          <ac:chgData name="Tonia Pedersen" userId="90b35334-d922-4736-a054-f475bb830731" providerId="ADAL" clId="{E863FB25-26DC-4EA2-A90F-C6EB6928BAFC}" dt="2023-02-06T12:38:48.027" v="0" actId="478"/>
          <ac:picMkLst>
            <pc:docMk/>
            <pc:sldMk cId="2802431492" sldId="256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15T14:06:33.943" v="1159" actId="478"/>
          <ac:picMkLst>
            <pc:docMk/>
            <pc:sldMk cId="2802431492" sldId="256"/>
            <ac:picMk id="6" creationId="{76397318-3575-C958-8EF8-EE7348D8AC02}"/>
          </ac:picMkLst>
        </pc:pic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8" creationId="{27C3C77F-D50B-2584-E184-2F43CC042DB4}"/>
          </ac:picMkLst>
        </pc:picChg>
        <pc:cxnChg chg="add mod">
          <ac:chgData name="Tonia Pedersen" userId="90b35334-d922-4736-a054-f475bb830731" providerId="ADAL" clId="{E863FB25-26DC-4EA2-A90F-C6EB6928BAFC}" dt="2023-02-15T14:07:59.488" v="1260" actId="164"/>
          <ac:cxnSpMkLst>
            <pc:docMk/>
            <pc:sldMk cId="2802431492" sldId="256"/>
            <ac:cxnSpMk id="10" creationId="{593C022F-999C-E9ED-67E5-D7653BBB2555}"/>
          </ac:cxnSpMkLst>
        </pc:cxnChg>
      </pc:sldChg>
      <pc:sldChg chg="del">
        <pc:chgData name="Tonia Pedersen" userId="90b35334-d922-4736-a054-f475bb830731" providerId="ADAL" clId="{E863FB25-26DC-4EA2-A90F-C6EB6928BAFC}" dt="2023-02-21T09:49:13.702" v="1710" actId="47"/>
        <pc:sldMkLst>
          <pc:docMk/>
          <pc:sldMk cId="4043615375" sldId="257"/>
        </pc:sldMkLst>
      </pc:sldChg>
      <pc:sldChg chg="addSp delSp modSp mod">
        <pc:chgData name="Tonia Pedersen" userId="90b35334-d922-4736-a054-f475bb830731" providerId="ADAL" clId="{E863FB25-26DC-4EA2-A90F-C6EB6928BAFC}" dt="2023-02-22T15:50:20.673" v="2124" actId="14100"/>
        <pc:sldMkLst>
          <pc:docMk/>
          <pc:sldMk cId="1851058657" sldId="258"/>
        </pc:sldMkLst>
        <pc:spChg chg="add mod">
          <ac:chgData name="Tonia Pedersen" userId="90b35334-d922-4736-a054-f475bb830731" providerId="ADAL" clId="{E863FB25-26DC-4EA2-A90F-C6EB6928BAFC}" dt="2023-02-21T12:58:31.243" v="1752"/>
          <ac:spMkLst>
            <pc:docMk/>
            <pc:sldMk cId="1851058657" sldId="258"/>
            <ac:spMk id="3" creationId="{7F5AFCD7-CF64-A7F6-B02F-987454D53E76}"/>
          </ac:spMkLst>
        </pc:spChg>
        <pc:graphicFrameChg chg="add mod modGraphic">
          <ac:chgData name="Tonia Pedersen" userId="90b35334-d922-4736-a054-f475bb830731" providerId="ADAL" clId="{E863FB25-26DC-4EA2-A90F-C6EB6928BAFC}" dt="2023-02-21T13:07:28.195" v="1785" actId="14100"/>
          <ac:graphicFrameMkLst>
            <pc:docMk/>
            <pc:sldMk cId="1851058657" sldId="258"/>
            <ac:graphicFrameMk id="7" creationId="{122A675D-8A6B-1BF2-70BB-B5522B02FF65}"/>
          </ac:graphicFrameMkLst>
        </pc:graphicFrameChg>
        <pc:picChg chg="add mod">
          <ac:chgData name="Tonia Pedersen" userId="90b35334-d922-4736-a054-f475bb830731" providerId="ADAL" clId="{E863FB25-26DC-4EA2-A90F-C6EB6928BAFC}" dt="2023-02-22T15:50:20.673" v="2124" actId="14100"/>
          <ac:picMkLst>
            <pc:docMk/>
            <pc:sldMk cId="1851058657" sldId="258"/>
            <ac:picMk id="4" creationId="{503D1E7A-D436-630A-8E9C-82A488C32A9B}"/>
          </ac:picMkLst>
        </pc:picChg>
        <pc:picChg chg="add del mod">
          <ac:chgData name="Tonia Pedersen" userId="90b35334-d922-4736-a054-f475bb830731" providerId="ADAL" clId="{E863FB25-26DC-4EA2-A90F-C6EB6928BAFC}" dt="2023-02-21T12:58:34.085" v="1753" actId="478"/>
          <ac:picMkLst>
            <pc:docMk/>
            <pc:sldMk cId="1851058657" sldId="258"/>
            <ac:picMk id="4" creationId="{BFF84FA5-F949-CB15-420E-17544444193F}"/>
          </ac:picMkLst>
        </pc:picChg>
        <pc:picChg chg="del mod">
          <ac:chgData name="Tonia Pedersen" userId="90b35334-d922-4736-a054-f475bb830731" providerId="ADAL" clId="{E863FB25-26DC-4EA2-A90F-C6EB6928BAFC}" dt="2023-02-21T12:57:52.534" v="1747" actId="478"/>
          <ac:picMkLst>
            <pc:docMk/>
            <pc:sldMk cId="1851058657" sldId="258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21T13:07:11.821" v="1780" actId="21"/>
          <ac:picMkLst>
            <pc:docMk/>
            <pc:sldMk cId="1851058657" sldId="258"/>
            <ac:picMk id="6" creationId="{0CA676E0-C2B0-1D3E-6558-570A7BB40895}"/>
          </ac:picMkLst>
        </pc:picChg>
        <pc:picChg chg="add del mod">
          <ac:chgData name="Tonia Pedersen" userId="90b35334-d922-4736-a054-f475bb830731" providerId="ADAL" clId="{E863FB25-26DC-4EA2-A90F-C6EB6928BAFC}" dt="2023-02-22T07:19:52.431" v="1846" actId="478"/>
          <ac:picMkLst>
            <pc:docMk/>
            <pc:sldMk cId="1851058657" sldId="258"/>
            <ac:picMk id="8" creationId="{B29D21CC-4C2C-753A-B959-1B382116CBEF}"/>
          </ac:picMkLst>
        </pc:picChg>
        <pc:picChg chg="add del mod">
          <ac:chgData name="Tonia Pedersen" userId="90b35334-d922-4736-a054-f475bb830731" providerId="ADAL" clId="{E863FB25-26DC-4EA2-A90F-C6EB6928BAFC}" dt="2023-02-22T15:50:03.127" v="2108" actId="478"/>
          <ac:picMkLst>
            <pc:docMk/>
            <pc:sldMk cId="1851058657" sldId="258"/>
            <ac:picMk id="10" creationId="{97FB895D-FB2F-D0E5-75E8-58DB512D168E}"/>
          </ac:picMkLst>
        </pc:picChg>
      </pc:sldChg>
      <pc:sldChg chg="addSp modSp del mod">
        <pc:chgData name="Tonia Pedersen" userId="90b35334-d922-4736-a054-f475bb830731" providerId="ADAL" clId="{E863FB25-26DC-4EA2-A90F-C6EB6928BAFC}" dt="2023-02-21T09:49:11.592" v="1709" actId="47"/>
        <pc:sldMkLst>
          <pc:docMk/>
          <pc:sldMk cId="1481773126" sldId="259"/>
        </pc:sldMkLst>
        <pc:spChg chg="add mod">
          <ac:chgData name="Tonia Pedersen" userId="90b35334-d922-4736-a054-f475bb830731" providerId="ADAL" clId="{E863FB25-26DC-4EA2-A90F-C6EB6928BAFC}" dt="2023-02-16T11:00:15.330" v="1297" actId="1076"/>
          <ac:spMkLst>
            <pc:docMk/>
            <pc:sldMk cId="1481773126" sldId="259"/>
            <ac:spMk id="2" creationId="{4DCD7C7F-AA62-EDFE-4B7B-F3244E55BC31}"/>
          </ac:spMkLst>
        </pc:spChg>
      </pc:sldChg>
      <pc:sldChg chg="del">
        <pc:chgData name="Tonia Pedersen" userId="90b35334-d922-4736-a054-f475bb830731" providerId="ADAL" clId="{E863FB25-26DC-4EA2-A90F-C6EB6928BAFC}" dt="2023-02-21T09:49:11.592" v="1709" actId="47"/>
        <pc:sldMkLst>
          <pc:docMk/>
          <pc:sldMk cId="2247840527" sldId="260"/>
        </pc:sldMkLst>
      </pc:sldChg>
      <pc:sldChg chg="addSp delSp modSp mod ord">
        <pc:chgData name="Tonia Pedersen" userId="90b35334-d922-4736-a054-f475bb830731" providerId="ADAL" clId="{E863FB25-26DC-4EA2-A90F-C6EB6928BAFC}" dt="2023-02-23T14:15:08.543" v="2491" actId="1076"/>
        <pc:sldMkLst>
          <pc:docMk/>
          <pc:sldMk cId="2791736509" sldId="261"/>
        </pc:sldMkLst>
        <pc:spChg chg="add mod">
          <ac:chgData name="Tonia Pedersen" userId="90b35334-d922-4736-a054-f475bb830731" providerId="ADAL" clId="{E863FB25-26DC-4EA2-A90F-C6EB6928BAFC}" dt="2023-02-21T09:48:16.768" v="1693" actId="113"/>
          <ac:spMkLst>
            <pc:docMk/>
            <pc:sldMk cId="2791736509" sldId="261"/>
            <ac:spMk id="7" creationId="{D9F5E350-4171-3B15-73B4-0FB068A5A7AF}"/>
          </ac:spMkLst>
        </pc:spChg>
        <pc:picChg chg="add del mod">
          <ac:chgData name="Tonia Pedersen" userId="90b35334-d922-4736-a054-f475bb830731" providerId="ADAL" clId="{E863FB25-26DC-4EA2-A90F-C6EB6928BAFC}" dt="2023-02-21T09:47:13.715" v="1655" actId="478"/>
          <ac:picMkLst>
            <pc:docMk/>
            <pc:sldMk cId="2791736509" sldId="261"/>
            <ac:picMk id="3" creationId="{E229067E-99F8-D94D-C68A-8336AD71ED7A}"/>
          </ac:picMkLst>
        </pc:picChg>
        <pc:picChg chg="add mod">
          <ac:chgData name="Tonia Pedersen" userId="90b35334-d922-4736-a054-f475bb830731" providerId="ADAL" clId="{E863FB25-26DC-4EA2-A90F-C6EB6928BAFC}" dt="2023-02-23T14:15:08.543" v="2491" actId="1076"/>
          <ac:picMkLst>
            <pc:docMk/>
            <pc:sldMk cId="2791736509" sldId="261"/>
            <ac:picMk id="3" creationId="{FA1929D8-25F0-60E5-B049-1910BB959538}"/>
          </ac:picMkLst>
        </pc:picChg>
        <pc:picChg chg="add del mod">
          <ac:chgData name="Tonia Pedersen" userId="90b35334-d922-4736-a054-f475bb830731" providerId="ADAL" clId="{E863FB25-26DC-4EA2-A90F-C6EB6928BAFC}" dt="2023-02-23T14:15:01.710" v="2487" actId="478"/>
          <ac:picMkLst>
            <pc:docMk/>
            <pc:sldMk cId="2791736509" sldId="261"/>
            <ac:picMk id="6" creationId="{8FB8613A-CAAF-4FB3-C127-F8BBB567A3C8}"/>
          </ac:picMkLst>
        </pc:picChg>
      </pc:sldChg>
      <pc:sldChg chg="add del">
        <pc:chgData name="Tonia Pedersen" userId="90b35334-d922-4736-a054-f475bb830731" providerId="ADAL" clId="{E863FB25-26DC-4EA2-A90F-C6EB6928BAFC}" dt="2023-02-21T16:17:50.343" v="1820" actId="2696"/>
        <pc:sldMkLst>
          <pc:docMk/>
          <pc:sldMk cId="2781173739" sldId="262"/>
        </pc:sldMkLst>
      </pc:sldChg>
      <pc:sldChg chg="add del">
        <pc:chgData name="Tonia Pedersen" userId="90b35334-d922-4736-a054-f475bb830731" providerId="ADAL" clId="{E863FB25-26DC-4EA2-A90F-C6EB6928BAFC}" dt="2023-02-21T16:17:52.463" v="1821" actId="2696"/>
        <pc:sldMkLst>
          <pc:docMk/>
          <pc:sldMk cId="119925149" sldId="263"/>
        </pc:sldMkLst>
      </pc:sldChg>
      <pc:sldChg chg="add del">
        <pc:chgData name="Tonia Pedersen" userId="90b35334-d922-4736-a054-f475bb830731" providerId="ADAL" clId="{E863FB25-26DC-4EA2-A90F-C6EB6928BAFC}" dt="2023-02-21T16:17:54.243" v="1822" actId="2696"/>
        <pc:sldMkLst>
          <pc:docMk/>
          <pc:sldMk cId="43018397" sldId="264"/>
        </pc:sldMkLst>
      </pc:sldChg>
      <pc:sldChg chg="add del">
        <pc:chgData name="Tonia Pedersen" userId="90b35334-d922-4736-a054-f475bb830731" providerId="ADAL" clId="{E863FB25-26DC-4EA2-A90F-C6EB6928BAFC}" dt="2023-02-21T16:17:56.133" v="1823" actId="2696"/>
        <pc:sldMkLst>
          <pc:docMk/>
          <pc:sldMk cId="843716439" sldId="265"/>
        </pc:sldMkLst>
      </pc:sldChg>
      <pc:sldChg chg="add del">
        <pc:chgData name="Tonia Pedersen" userId="90b35334-d922-4736-a054-f475bb830731" providerId="ADAL" clId="{E863FB25-26DC-4EA2-A90F-C6EB6928BAFC}" dt="2023-02-21T16:17:58.030" v="1824" actId="2696"/>
        <pc:sldMkLst>
          <pc:docMk/>
          <pc:sldMk cId="1858585927" sldId="266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49187614" sldId="267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162166886" sldId="268"/>
        </pc:sldMkLst>
      </pc:sldChg>
      <pc:sldChg chg="addSp delSp modSp add del mod">
        <pc:chgData name="Tonia Pedersen" userId="90b35334-d922-4736-a054-f475bb830731" providerId="ADAL" clId="{E863FB25-26DC-4EA2-A90F-C6EB6928BAFC}" dt="2023-02-21T16:17:45.893" v="1819" actId="2696"/>
        <pc:sldMkLst>
          <pc:docMk/>
          <pc:sldMk cId="2953850869" sldId="269"/>
        </pc:sldMkLst>
        <pc:spChg chg="mod">
          <ac:chgData name="Tonia Pedersen" userId="90b35334-d922-4736-a054-f475bb830731" providerId="ADAL" clId="{E863FB25-26DC-4EA2-A90F-C6EB6928BAFC}" dt="2023-02-21T12:59:20.390" v="1760" actId="11"/>
          <ac:spMkLst>
            <pc:docMk/>
            <pc:sldMk cId="2953850869" sldId="269"/>
            <ac:spMk id="3" creationId="{7F5AFCD7-CF64-A7F6-B02F-987454D53E76}"/>
          </ac:spMkLst>
        </pc:spChg>
        <pc:picChg chg="del mod">
          <ac:chgData name="Tonia Pedersen" userId="90b35334-d922-4736-a054-f475bb830731" providerId="ADAL" clId="{E863FB25-26DC-4EA2-A90F-C6EB6928BAFC}" dt="2023-02-21T13:00:05.597" v="1761" actId="478"/>
          <ac:picMkLst>
            <pc:docMk/>
            <pc:sldMk cId="2953850869" sldId="269"/>
            <ac:picMk id="4" creationId="{BFF84FA5-F949-CB15-420E-17544444193F}"/>
          </ac:picMkLst>
        </pc:picChg>
        <pc:picChg chg="add mod">
          <ac:chgData name="Tonia Pedersen" userId="90b35334-d922-4736-a054-f475bb830731" providerId="ADAL" clId="{E863FB25-26DC-4EA2-A90F-C6EB6928BAFC}" dt="2023-02-21T13:00:12.388" v="1765" actId="1076"/>
          <ac:picMkLst>
            <pc:docMk/>
            <pc:sldMk cId="2953850869" sldId="269"/>
            <ac:picMk id="5" creationId="{2A56ECDF-4565-EF97-2C7A-9F4424C46B8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38.306" v="2483" actId="21"/>
        <pc:sldMkLst>
          <pc:docMk/>
          <pc:sldMk cId="1069569012" sldId="270"/>
        </pc:sldMkLst>
        <pc:spChg chg="add del mod">
          <ac:chgData name="Tonia Pedersen" userId="90b35334-d922-4736-a054-f475bb830731" providerId="ADAL" clId="{E863FB25-26DC-4EA2-A90F-C6EB6928BAFC}" dt="2023-02-23T13:14:38.306" v="2483" actId="21"/>
          <ac:spMkLst>
            <pc:docMk/>
            <pc:sldMk cId="1069569012" sldId="270"/>
            <ac:spMk id="2" creationId="{F240B7DE-3B5C-8E06-77E5-8F8054F5F9BE}"/>
          </ac:spMkLst>
        </pc:spChg>
        <pc:spChg chg="mod">
          <ac:chgData name="Tonia Pedersen" userId="90b35334-d922-4736-a054-f475bb830731" providerId="ADAL" clId="{E863FB25-26DC-4EA2-A90F-C6EB6928BAFC}" dt="2023-02-21T16:15:28.062" v="1790" actId="11"/>
          <ac:spMkLst>
            <pc:docMk/>
            <pc:sldMk cId="1069569012" sldId="270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7:55.023" v="1858" actId="478"/>
          <ac:picMkLst>
            <pc:docMk/>
            <pc:sldMk cId="1069569012" sldId="270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1:14.193" v="2143" actId="14100"/>
          <ac:picMkLst>
            <pc:docMk/>
            <pc:sldMk cId="1069569012" sldId="270"/>
            <ac:picMk id="4" creationId="{AF3FF895-3135-7DA4-C161-2DE72DC33DDF}"/>
          </ac:picMkLst>
        </pc:picChg>
        <pc:picChg chg="add del mod">
          <ac:chgData name="Tonia Pedersen" userId="90b35334-d922-4736-a054-f475bb830731" providerId="ADAL" clId="{E863FB25-26DC-4EA2-A90F-C6EB6928BAFC}" dt="2023-02-22T15:50:24.183" v="2125" actId="478"/>
          <ac:picMkLst>
            <pc:docMk/>
            <pc:sldMk cId="1069569012" sldId="270"/>
            <ac:picMk id="5" creationId="{5DCCB6ED-5769-62D2-FDA7-A29186A1E827}"/>
          </ac:picMkLst>
        </pc:picChg>
        <pc:picChg chg="del">
          <ac:chgData name="Tonia Pedersen" userId="90b35334-d922-4736-a054-f475bb830731" providerId="ADAL" clId="{E863FB25-26DC-4EA2-A90F-C6EB6928BAFC}" dt="2023-02-21T16:16:18.976" v="1791" actId="478"/>
          <ac:picMkLst>
            <pc:docMk/>
            <pc:sldMk cId="1069569012" sldId="270"/>
            <ac:picMk id="8" creationId="{B29D21CC-4C2C-753A-B959-1B382116CBEF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53.355" v="2486" actId="21"/>
        <pc:sldMkLst>
          <pc:docMk/>
          <pc:sldMk cId="1461351059" sldId="271"/>
        </pc:sldMkLst>
        <pc:spChg chg="add del mod">
          <ac:chgData name="Tonia Pedersen" userId="90b35334-d922-4736-a054-f475bb830731" providerId="ADAL" clId="{E863FB25-26DC-4EA2-A90F-C6EB6928BAFC}" dt="2023-02-23T13:14:53.355" v="2486" actId="21"/>
          <ac:spMkLst>
            <pc:docMk/>
            <pc:sldMk cId="1461351059" sldId="271"/>
            <ac:spMk id="2" creationId="{9A341644-3DDF-101D-E00B-1903AC0CA2AB}"/>
          </ac:spMkLst>
        </pc:spChg>
        <pc:spChg chg="mod">
          <ac:chgData name="Tonia Pedersen" userId="90b35334-d922-4736-a054-f475bb830731" providerId="ADAL" clId="{E863FB25-26DC-4EA2-A90F-C6EB6928BAFC}" dt="2023-02-21T16:17:12.340" v="1802"/>
          <ac:spMkLst>
            <pc:docMk/>
            <pc:sldMk cId="1461351059" sldId="271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8:15.191" v="1886" actId="478"/>
          <ac:picMkLst>
            <pc:docMk/>
            <pc:sldMk cId="1461351059" sldId="271"/>
            <ac:picMk id="2" creationId="{91C1C16B-2947-9749-5220-016103DE7985}"/>
          </ac:picMkLst>
        </pc:picChg>
        <pc:picChg chg="del">
          <ac:chgData name="Tonia Pedersen" userId="90b35334-d922-4736-a054-f475bb830731" providerId="ADAL" clId="{E863FB25-26DC-4EA2-A90F-C6EB6928BAFC}" dt="2023-02-21T16:17:14.890" v="1803" actId="478"/>
          <ac:picMkLst>
            <pc:docMk/>
            <pc:sldMk cId="1461351059" sldId="271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2:00.224" v="2163" actId="14100"/>
          <ac:picMkLst>
            <pc:docMk/>
            <pc:sldMk cId="1461351059" sldId="271"/>
            <ac:picMk id="4" creationId="{739207D1-8AF2-0AE0-FDCC-67614CEEEFEF}"/>
          </ac:picMkLst>
        </pc:picChg>
        <pc:picChg chg="add del mod">
          <ac:chgData name="Tonia Pedersen" userId="90b35334-d922-4736-a054-f475bb830731" providerId="ADAL" clId="{E863FB25-26DC-4EA2-A90F-C6EB6928BAFC}" dt="2023-02-22T15:51:20.056" v="2144" actId="478"/>
          <ac:picMkLst>
            <pc:docMk/>
            <pc:sldMk cId="1461351059" sldId="271"/>
            <ac:picMk id="5" creationId="{7982C3F6-6A80-BCE6-6407-C83169918A8E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5:52:52.759" v="2193" actId="14100"/>
        <pc:sldMkLst>
          <pc:docMk/>
          <pc:sldMk cId="3478772804" sldId="272"/>
        </pc:sldMkLst>
        <pc:spChg chg="mod">
          <ac:chgData name="Tonia Pedersen" userId="90b35334-d922-4736-a054-f475bb830731" providerId="ADAL" clId="{E863FB25-26DC-4EA2-A90F-C6EB6928BAFC}" dt="2023-02-21T16:18:30.682" v="1831" actId="11"/>
          <ac:spMkLst>
            <pc:docMk/>
            <pc:sldMk cId="3478772804" sldId="272"/>
            <ac:spMk id="3" creationId="{7F5AFCD7-CF64-A7F6-B02F-987454D53E76}"/>
          </ac:spMkLst>
        </pc:spChg>
        <pc:picChg chg="del">
          <ac:chgData name="Tonia Pedersen" userId="90b35334-d922-4736-a054-f475bb830731" providerId="ADAL" clId="{E863FB25-26DC-4EA2-A90F-C6EB6928BAFC}" dt="2023-02-21T16:18:44.326" v="1832" actId="478"/>
          <ac:picMkLst>
            <pc:docMk/>
            <pc:sldMk cId="3478772804" sldId="272"/>
            <ac:picMk id="2" creationId="{91C1C16B-2947-9749-5220-016103DE7985}"/>
          </ac:picMkLst>
        </pc:picChg>
        <pc:picChg chg="add del mod">
          <ac:chgData name="Tonia Pedersen" userId="90b35334-d922-4736-a054-f475bb830731" providerId="ADAL" clId="{E863FB25-26DC-4EA2-A90F-C6EB6928BAFC}" dt="2023-02-22T10:51:41.670" v="1933" actId="478"/>
          <ac:picMkLst>
            <pc:docMk/>
            <pc:sldMk cId="3478772804" sldId="272"/>
            <ac:picMk id="4" creationId="{8C494D5E-9F84-A8C5-D9BA-3CA829512611}"/>
          </ac:picMkLst>
        </pc:picChg>
        <pc:picChg chg="add mod">
          <ac:chgData name="Tonia Pedersen" userId="90b35334-d922-4736-a054-f475bb830731" providerId="ADAL" clId="{E863FB25-26DC-4EA2-A90F-C6EB6928BAFC}" dt="2023-02-22T15:52:52.759" v="2193" actId="14100"/>
          <ac:picMkLst>
            <pc:docMk/>
            <pc:sldMk cId="3478772804" sldId="272"/>
            <ac:picMk id="4" creationId="{D514F321-6564-E0F8-07C3-23B51A094B9A}"/>
          </ac:picMkLst>
        </pc:picChg>
        <pc:picChg chg="add del mod">
          <ac:chgData name="Tonia Pedersen" userId="90b35334-d922-4736-a054-f475bb830731" providerId="ADAL" clId="{E863FB25-26DC-4EA2-A90F-C6EB6928BAFC}" dt="2023-02-22T15:52:03.711" v="2164" actId="478"/>
          <ac:picMkLst>
            <pc:docMk/>
            <pc:sldMk cId="3478772804" sldId="272"/>
            <ac:picMk id="6" creationId="{FF18E856-0297-5FDA-D550-4801ED585464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6:01:29.163" v="2480" actId="20577"/>
        <pc:sldMkLst>
          <pc:docMk/>
          <pc:sldMk cId="1232242120" sldId="273"/>
        </pc:sldMkLst>
        <pc:spChg chg="mod">
          <ac:chgData name="Tonia Pedersen" userId="90b35334-d922-4736-a054-f475bb830731" providerId="ADAL" clId="{E863FB25-26DC-4EA2-A90F-C6EB6928BAFC}" dt="2023-02-22T16:01:29.163" v="2480" actId="20577"/>
          <ac:spMkLst>
            <pc:docMk/>
            <pc:sldMk cId="1232242120" sldId="273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5:52:57.139" v="2194" actId="478"/>
          <ac:picMkLst>
            <pc:docMk/>
            <pc:sldMk cId="1232242120" sldId="273"/>
            <ac:picMk id="4" creationId="{216F473A-4D62-807E-3FC5-2C86648742EE}"/>
          </ac:picMkLst>
        </pc:picChg>
        <pc:picChg chg="add mod">
          <ac:chgData name="Tonia Pedersen" userId="90b35334-d922-4736-a054-f475bb830731" providerId="ADAL" clId="{E863FB25-26DC-4EA2-A90F-C6EB6928BAFC}" dt="2023-02-22T15:53:46.472" v="2206" actId="14100"/>
          <ac:picMkLst>
            <pc:docMk/>
            <pc:sldMk cId="1232242120" sldId="273"/>
            <ac:picMk id="5" creationId="{1C2DC9F4-7946-3CBB-D5DF-0C178739918B}"/>
          </ac:picMkLst>
        </pc:picChg>
      </pc:sldChg>
      <pc:sldChg chg="addSp modSp add mod">
        <pc:chgData name="Tonia Pedersen" userId="90b35334-d922-4736-a054-f475bb830731" providerId="ADAL" clId="{E863FB25-26DC-4EA2-A90F-C6EB6928BAFC}" dt="2023-02-22T16:00:22.894" v="2474" actId="20577"/>
        <pc:sldMkLst>
          <pc:docMk/>
          <pc:sldMk cId="2621331373" sldId="274"/>
        </pc:sldMkLst>
        <pc:spChg chg="mod">
          <ac:chgData name="Tonia Pedersen" userId="90b35334-d922-4736-a054-f475bb830731" providerId="ADAL" clId="{E863FB25-26DC-4EA2-A90F-C6EB6928BAFC}" dt="2023-02-22T16:00:22.894" v="2474" actId="20577"/>
          <ac:spMkLst>
            <pc:docMk/>
            <pc:sldMk cId="2621331373" sldId="274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54:30.615" v="2223" actId="14100"/>
          <ac:picMkLst>
            <pc:docMk/>
            <pc:sldMk cId="2621331373" sldId="274"/>
            <ac:picMk id="4" creationId="{FFB5CC03-97CF-F1D6-6D76-EA790534863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8T11:59:01.562" v="2516" actId="1076"/>
        <pc:sldMkLst>
          <pc:docMk/>
          <pc:sldMk cId="2639372836" sldId="275"/>
        </pc:sldMkLst>
        <pc:spChg chg="add mod">
          <ac:chgData name="Tonia Pedersen" userId="90b35334-d922-4736-a054-f475bb830731" providerId="ADAL" clId="{E863FB25-26DC-4EA2-A90F-C6EB6928BAFC}" dt="2023-02-28T10:23:18.907" v="2514" actId="1076"/>
          <ac:spMkLst>
            <pc:docMk/>
            <pc:sldMk cId="2639372836" sldId="275"/>
            <ac:spMk id="2" creationId="{99C40114-91FC-FD98-81A4-FABE693C5468}"/>
          </ac:spMkLst>
        </pc:spChg>
        <pc:spChg chg="mod">
          <ac:chgData name="Tonia Pedersen" userId="90b35334-d922-4736-a054-f475bb830731" providerId="ADAL" clId="{E863FB25-26DC-4EA2-A90F-C6EB6928BAFC}" dt="2023-02-22T15:56:23.375" v="2377" actId="20577"/>
          <ac:spMkLst>
            <pc:docMk/>
            <pc:sldMk cId="2639372836" sldId="275"/>
            <ac:spMk id="3" creationId="{7F5AFCD7-CF64-A7F6-B02F-987454D53E76}"/>
          </ac:spMkLst>
        </pc:spChg>
        <pc:spChg chg="mod">
          <ac:chgData name="Tonia Pedersen" userId="90b35334-d922-4736-a054-f475bb830731" providerId="ADAL" clId="{E863FB25-26DC-4EA2-A90F-C6EB6928BAFC}" dt="2023-02-22T15:25:04.113" v="1990"/>
          <ac:spMkLst>
            <pc:docMk/>
            <pc:sldMk cId="2639372836" sldId="275"/>
            <ac:spMk id="5" creationId="{3A3EB0D4-8F6E-15BE-9A92-34B4C90FC937}"/>
          </ac:spMkLst>
        </pc:spChg>
        <pc:grpChg chg="add del mod">
          <ac:chgData name="Tonia Pedersen" userId="90b35334-d922-4736-a054-f475bb830731" providerId="ADAL" clId="{E863FB25-26DC-4EA2-A90F-C6EB6928BAFC}" dt="2023-02-22T15:49:37.619" v="2107" actId="478"/>
          <ac:grpSpMkLst>
            <pc:docMk/>
            <pc:sldMk cId="2639372836" sldId="275"/>
            <ac:grpSpMk id="2" creationId="{078D09BB-DE28-B69C-48AC-997CF9FE635F}"/>
          </ac:grpSpMkLst>
        </pc:grp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4" creationId="{4CB63089-DF28-CC48-F0DE-83CE2F2FE01E}"/>
          </ac:picMkLst>
        </pc:pic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6" creationId="{82763158-7E77-5BB9-7091-2A051FE6A630}"/>
          </ac:picMkLst>
        </pc:picChg>
        <pc:picChg chg="add mod">
          <ac:chgData name="Tonia Pedersen" userId="90b35334-d922-4736-a054-f475bb830731" providerId="ADAL" clId="{E863FB25-26DC-4EA2-A90F-C6EB6928BAFC}" dt="2023-02-28T11:59:01.562" v="2516" actId="1076"/>
          <ac:picMkLst>
            <pc:docMk/>
            <pc:sldMk cId="2639372836" sldId="275"/>
            <ac:picMk id="10" creationId="{2FE4FC03-15C9-14A5-E453-CCDA76F24BDF}"/>
          </ac:picMkLst>
        </pc:picChg>
        <pc:cxnChg chg="mod">
          <ac:chgData name="Tonia Pedersen" userId="90b35334-d922-4736-a054-f475bb830731" providerId="ADAL" clId="{E863FB25-26DC-4EA2-A90F-C6EB6928BAFC}" dt="2023-02-22T15:25:04.113" v="1990"/>
          <ac:cxnSpMkLst>
            <pc:docMk/>
            <pc:sldMk cId="2639372836" sldId="275"/>
            <ac:cxnSpMk id="8" creationId="{D3AECAA2-DCDB-137B-E373-D73A5580C64E}"/>
          </ac:cxnSpMkLst>
        </pc:cxnChg>
      </pc:sldChg>
      <pc:sldChg chg="addSp modSp add mod">
        <pc:chgData name="Tonia Pedersen" userId="90b35334-d922-4736-a054-f475bb830731" providerId="ADAL" clId="{E863FB25-26DC-4EA2-A90F-C6EB6928BAFC}" dt="2023-02-24T16:02:32.692" v="2507" actId="20577"/>
        <pc:sldMkLst>
          <pc:docMk/>
          <pc:sldMk cId="2911805113" sldId="276"/>
        </pc:sldMkLst>
        <pc:spChg chg="mod">
          <ac:chgData name="Tonia Pedersen" userId="90b35334-d922-4736-a054-f475bb830731" providerId="ADAL" clId="{E863FB25-26DC-4EA2-A90F-C6EB6928BAFC}" dt="2023-02-24T16:02:32.692" v="2507" actId="20577"/>
          <ac:spMkLst>
            <pc:docMk/>
            <pc:sldMk cId="2911805113" sldId="276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49:32.471" v="2106" actId="14100"/>
          <ac:picMkLst>
            <pc:docMk/>
            <pc:sldMk cId="2911805113" sldId="276"/>
            <ac:picMk id="4" creationId="{7150F93A-1CB4-5DE3-7A10-32F5499A7E1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5F1C9-9471-90C2-4709-FE2E4A268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2B3CC-60A7-206A-2A30-EBF6FF199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7C0F-F333-8F38-53CE-48095EDE8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F4E4C-E527-AA77-6DA1-0E31079D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6DD10-B67C-1CE6-7497-0CF6F609F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85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5E03-1A85-77D3-7902-30001467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FA24A-81DA-D537-8803-690C3408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4E75-6E40-2A60-8724-8702328A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6BA81-A90E-3457-D74A-B464A446C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C9233-1AAD-80CA-4ADB-E62DA3A0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90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E0B2-6A6A-DCDA-CC68-F7B4F2F31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6F07E-1491-F591-8BA7-87945139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EBEED-6B6B-FAA3-0403-02C8C334C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87FC5-4D42-6872-231A-6E09CBF4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99F3D-5B34-1DAA-715A-844FFEC6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56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2FBD6-49F1-04F0-BD25-855D6434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DD681-7344-A875-308B-0D1B276BE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A25BB-9A3C-EB4F-CFD2-6A17E1DB9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AA77A-9CBD-E146-A29B-21EE1E87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058BC-F2D4-8C62-D8DF-37551AF7A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88A35-D9C1-5FE3-DBAD-F62121D9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04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105C-BDD7-8D41-F016-743A68CBF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1E6-E152-3518-DC1A-A18D4B425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60382-DEFC-5819-F737-2322B8FF1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E1B78-1AB1-6B68-08AD-6B8405875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76CB6C-282F-1936-08F2-3B21C59AC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55DBA6-C799-7183-EAE5-46FF2F5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60CA7-A5B1-DEFD-B6FE-42F2FA9E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DBC46-8BF3-471C-8984-71A17A3B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188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810F8-9952-DE25-6D4A-2F39598E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F6BE8-37CD-7FA6-9D3D-AC78B3B5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6D1A-F288-CB37-3F71-8175623DD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9EC58-4057-7E73-F62A-1E9C62B8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91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E9F22-B388-5F78-FAFB-7F1D2284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07FF7-CFC6-D7BC-C59E-E68A02DC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57915-CDB5-3FCB-635C-D14979AE6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674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C74A5-83B5-30F7-C594-1B5C37A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44A2-F477-AB66-913A-BBEFB759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9ABA1-FD36-2DE7-4FDB-F9D599029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5BEC39-DA11-ADCF-2B2D-65BBE500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3AA93-8D28-572D-B60A-58AD51824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D4F5-2E4C-1187-50A9-C886296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0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98F1-3BFF-BE77-86E2-6B39A7B0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020F7-EB43-A3C8-0ACD-F29984F7A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35E69C-7846-544B-5480-712BC5FA1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AA9BB-4722-0430-02BC-B0A8EC96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10A55-821A-36B6-E969-DD7846D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C6A0E-6EFD-13D2-0C72-96DD33B0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98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2DDAE-A6BD-6DD7-032C-AEA69989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EC30-3E5A-3482-B883-83EA50B87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0EF2-CCAF-84B3-3EB5-B3D80FAE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F17B6-FB92-1F9E-5937-E30B185C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3CBC-7A63-F93F-B344-3D6D4680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229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2EDF9-9CD2-CE55-CF65-111A5DC27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3602E-63DA-2870-D9FD-9BBFF2B35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DD951-E212-E6E2-5E8F-ED784837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5AC92-152C-385D-A481-96B87938B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B138-E65B-EA93-A15A-54A30A99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44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1FBBF-9ED2-8499-9A08-0A10D5BF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D308-0A65-BEE4-B853-E19EB698B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04BDF-AE9B-3B9B-559C-BF26C3203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FE5FB-EE99-4E69-B2F7-C156D52DE4BD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0AE92-001D-DD20-292D-C5105420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623F2-790E-3317-31FB-412C7D70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6AF56-0639-4F1D-BCB4-5CA5D280A9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42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D67A0-CE70-2409-0828-725C3A5B6DFC}"/>
              </a:ext>
            </a:extLst>
          </p:cNvPr>
          <p:cNvSpPr txBox="1"/>
          <p:nvPr/>
        </p:nvSpPr>
        <p:spPr>
          <a:xfrm>
            <a:off x="419100" y="740122"/>
            <a:ext cx="1121663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Safety elements ESV, PSD, ESD, LST mapped as </a:t>
            </a:r>
            <a:r>
              <a:rPr lang="en-GB"/>
              <a:t>ProcessSafetyFunction</a:t>
            </a:r>
            <a:endParaRPr lang="en-GB" dirty="0"/>
          </a:p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at one of the break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these to the </a:t>
            </a:r>
            <a:r>
              <a:rPr lang="en-GB" dirty="0" err="1"/>
              <a:t>PipingNetworkSystems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7234B-FE84-5E39-6932-685740998FD2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– DEXPI 2.0</a:t>
            </a:r>
          </a:p>
        </p:txBody>
      </p:sp>
    </p:spTree>
    <p:extLst>
      <p:ext uri="{BB962C8B-B14F-4D97-AF65-F5344CB8AC3E}">
        <p14:creationId xmlns:p14="http://schemas.microsoft.com/office/powerpoint/2010/main" val="28024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25D3-68B5-C35E-0F36-F1B3DCC5F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5E844-5478-D1BD-3F1D-1C8C3953A366}"/>
              </a:ext>
            </a:extLst>
          </p:cNvPr>
          <p:cNvSpPr txBox="1"/>
          <p:nvPr/>
        </p:nvSpPr>
        <p:spPr>
          <a:xfrm>
            <a:off x="419100" y="740122"/>
            <a:ext cx="112166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6714-33F1-DD7D-A16F-9E4FE0031AE0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- continuation</a:t>
            </a:r>
          </a:p>
        </p:txBody>
      </p:sp>
    </p:spTree>
    <p:extLst>
      <p:ext uri="{BB962C8B-B14F-4D97-AF65-F5344CB8AC3E}">
        <p14:creationId xmlns:p14="http://schemas.microsoft.com/office/powerpoint/2010/main" val="417285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9F5E350-4171-3B15-73B4-0FB068A5A7AF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 File Naming -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1929D8-25F0-60E5-B049-1910BB959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2" y="647760"/>
            <a:ext cx="8556788" cy="5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7244"/>
              </p:ext>
            </p:extLst>
          </p:nvPr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53CFC7E-D035-06F0-A449-BE9B48114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93" y="1487604"/>
            <a:ext cx="7627888" cy="466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5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597467A-5A94-A69B-1E9C-20020FA7D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76" y="1450110"/>
            <a:ext cx="7364321" cy="448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A34C257C-9CB2-BE58-F1B5-55EA9E0BA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47" y="1469490"/>
            <a:ext cx="7715180" cy="470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4F8D10C-0A0A-A211-9EE2-413A7BE17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652" y="1440873"/>
            <a:ext cx="7670003" cy="467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772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3B43E670-A5E8-B4DD-B351-55FEFBB80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52" y="1541389"/>
            <a:ext cx="7432439" cy="452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4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5647089-CEE8-A1E7-3A06-4AED218A8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03" y="1627026"/>
            <a:ext cx="7198067" cy="438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3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D7D1225-BCA1-2AC5-2A06-C98E6B8D9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90" y="1477819"/>
            <a:ext cx="7379856" cy="4515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to the existing breaks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</a:t>
            </a:r>
            <a:r>
              <a:rPr lang="en-GB" dirty="0" err="1"/>
              <a:t>PlantArea</a:t>
            </a:r>
            <a:r>
              <a:rPr lang="en-GB" dirty="0"/>
              <a:t> these to the </a:t>
            </a:r>
            <a:r>
              <a:rPr lang="en-GB" dirty="0" err="1"/>
              <a:t>PipingNetworkSystems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82847-5B32-5A38-EAF6-DBA6981FF24B}"/>
              </a:ext>
            </a:extLst>
          </p:cNvPr>
          <p:cNvSpPr txBox="1"/>
          <p:nvPr/>
        </p:nvSpPr>
        <p:spPr>
          <a:xfrm>
            <a:off x="8448675" y="1204933"/>
            <a:ext cx="34163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** Test transfer of </a:t>
            </a:r>
            <a:r>
              <a:rPr lang="en-GB" dirty="0" err="1"/>
              <a:t>PropertyBreak</a:t>
            </a:r>
            <a:r>
              <a:rPr lang="en-GB" dirty="0"/>
              <a:t>:</a:t>
            </a:r>
          </a:p>
          <a:p>
            <a:pPr marL="342900" indent="-342900">
              <a:buAutoNum type="arabicPeriod"/>
            </a:pPr>
            <a:r>
              <a:rPr lang="en-GB" dirty="0"/>
              <a:t>Top break: use 2 </a:t>
            </a:r>
            <a:r>
              <a:rPr lang="en-GB" dirty="0" err="1"/>
              <a:t>PropertyBreak</a:t>
            </a:r>
            <a:r>
              <a:rPr lang="en-GB" dirty="0"/>
              <a:t> class elements 1 for each break type. 2 separate symbols placed up on each other.</a:t>
            </a:r>
          </a:p>
          <a:p>
            <a:pPr marL="342900" indent="-342900">
              <a:buAutoNum type="arabicPeriod"/>
            </a:pPr>
            <a:r>
              <a:rPr lang="en-GB" dirty="0"/>
              <a:t>Bottom break: use 1 </a:t>
            </a:r>
            <a:r>
              <a:rPr lang="en-GB" dirty="0" err="1"/>
              <a:t>PropertyBreak</a:t>
            </a:r>
            <a:r>
              <a:rPr lang="en-GB" dirty="0"/>
              <a:t> class element for both break types. 1 symbol used for the double break.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In each case the BreakValue1 attribute will be used to transfer the text shown on the left-hand side of the break, BreakValue2 will transfer the text on the right-hand side.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7B3461-35E2-F637-C89E-3414CE43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86" y="1594397"/>
            <a:ext cx="7393752" cy="4510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80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4B9C56BB-0976-2E25-FB91-2AB2FECE2FD2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1FC7E4-E028-6D46-1C9C-D63E880B7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10" y="1699491"/>
            <a:ext cx="7566654" cy="460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5ADA1-F79E-E559-BB87-A61490E23126}"/>
              </a:ext>
            </a:extLst>
          </p:cNvPr>
          <p:cNvSpPr txBox="1"/>
          <p:nvPr/>
        </p:nvSpPr>
        <p:spPr>
          <a:xfrm>
            <a:off x="8531794" y="1166068"/>
            <a:ext cx="34163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Convert </a:t>
            </a:r>
            <a:r>
              <a:rPr lang="en-GB" sz="1800" b="0" i="0" u="none" strike="noStrike" baseline="0" dirty="0"/>
              <a:t>D-20L00015A-0800PL-AD750- into a segment of D-20L00005A-1200PL-AS200- where all piping properties will be the same as D-20L00005A-1200PL-AS200- main pipe.</a:t>
            </a:r>
          </a:p>
          <a:p>
            <a:pPr marL="342900" indent="-342900">
              <a:buAutoNum type="arabicPeriod"/>
            </a:pPr>
            <a:r>
              <a:rPr lang="en-GB" dirty="0"/>
              <a:t>Add spectacle blind</a:t>
            </a:r>
          </a:p>
          <a:p>
            <a:pPr marL="342900" indent="-342900">
              <a:buAutoNum type="arabicPeriod"/>
            </a:pPr>
            <a:r>
              <a:rPr lang="en-GB" dirty="0"/>
              <a:t>Add physical piping tee near OPC.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2 </a:t>
            </a:r>
            <a:r>
              <a:rPr lang="en-GB" dirty="0" err="1"/>
              <a:t>PipingNetworkSegments</a:t>
            </a:r>
            <a:r>
              <a:rPr lang="en-GB" dirty="0"/>
              <a:t> will be created either side of the ball valve that is part of the main line.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A1A5B0BE-F4C9-85E5-4213-CEF3F77E0FF4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340A83E-9B70-5525-6729-E6417D9E2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36" y="1750900"/>
            <a:ext cx="7404802" cy="450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655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554C3-04F3-F7CF-E541-8935FC2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6CF00-620E-D538-3340-A82F881C25A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BB71F-A940-4152-3C48-BC9CCCE2DC8E}"/>
              </a:ext>
            </a:extLst>
          </p:cNvPr>
          <p:cNvSpPr txBox="1"/>
          <p:nvPr/>
        </p:nvSpPr>
        <p:spPr>
          <a:xfrm>
            <a:off x="8531794" y="1166068"/>
            <a:ext cx="341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pump driver.</a:t>
            </a:r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VortexBreaker</a:t>
            </a:r>
            <a:r>
              <a:rPr lang="en-GB" dirty="0"/>
              <a:t> internal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D3CBF11-4068-A41D-648F-70EF02009053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E487E50-16FB-CDA1-43F4-CB847C6D7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528" y="1553776"/>
            <a:ext cx="7420852" cy="452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05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2848</TotalTime>
  <Words>543</Words>
  <Application>Microsoft Office PowerPoint</Application>
  <PresentationFormat>Widescreen</PresentationFormat>
  <Paragraphs>50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Tonia Pedersen</dc:creator>
  <cp:lastModifiedBy>Tonia Pedersen</cp:lastModifiedBy>
  <cp:revision>10</cp:revision>
  <dcterms:created xsi:type="dcterms:W3CDTF">2023-02-01T07:42:00Z</dcterms:created>
  <dcterms:modified xsi:type="dcterms:W3CDTF">2025-10-27T14:50:05Z</dcterms:modified>
</cp:coreProperties>
</file>